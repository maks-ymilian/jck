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7" r:id="rId7"/>
    <p:sldId id="266" r:id="rId8"/>
    <p:sldId id="262" r:id="rId9"/>
    <p:sldId id="269" r:id="rId10"/>
    <p:sldId id="270" r:id="rId11"/>
    <p:sldId id="271" r:id="rId12"/>
    <p:sldId id="26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D96A1-17C2-95B8-A78E-7A4B450CBEF9}" v="1091" dt="2026-02-15T20:49:41.297"/>
    <p1510:client id="{1A1629BE-EA5A-5E9C-EA4A-EE1DADC6AC8D}" v="94" dt="2026-02-15T19:58:37.920"/>
    <p1510:client id="{7A40A687-9BD7-4AEC-9D08-A5A135BF9BDC}" v="1042" dt="2026-02-15T01:10:38.563"/>
    <p1510:client id="{A6C3C9EF-0111-EE0A-DCC7-62754E14652D}" v="529" dt="2026-02-14T21:09:20.190"/>
    <p1510:client id="{E188BC28-72D8-3BB1-62EA-CA8AF73AB5BE}" v="117" dt="2026-02-14T19:39:12.220"/>
    <p1510:client id="{FAEA8863-3AD9-F326-5ED1-D342FAFEF38B}" v="1" dt="2026-02-14T21:10:47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LUM STEWART - STUDENT" userId="d0785f23-6985-4e80-80c2-c58449afad4f" providerId="ADAL" clId="{91394044-2EAF-4A12-82F7-29550B536663}"/>
    <pc:docChg chg="custSel addSld delSld modSld sldOrd">
      <pc:chgData name="CALLUM STEWART - STUDENT" userId="d0785f23-6985-4e80-80c2-c58449afad4f" providerId="ADAL" clId="{91394044-2EAF-4A12-82F7-29550B536663}" dt="2026-02-12T12:29:45.901" v="466" actId="20577"/>
      <pc:docMkLst>
        <pc:docMk/>
      </pc:docMkLst>
      <pc:sldChg chg="ord">
        <pc:chgData name="CALLUM STEWART - STUDENT" userId="d0785f23-6985-4e80-80c2-c58449afad4f" providerId="ADAL" clId="{91394044-2EAF-4A12-82F7-29550B536663}" dt="2026-02-12T12:20:29.462" v="143"/>
        <pc:sldMkLst>
          <pc:docMk/>
          <pc:sldMk cId="3832151961" sldId="260"/>
        </pc:sldMkLst>
      </pc:sldChg>
      <pc:sldChg chg="modSp new mod">
        <pc:chgData name="CALLUM STEWART - STUDENT" userId="d0785f23-6985-4e80-80c2-c58449afad4f" providerId="ADAL" clId="{91394044-2EAF-4A12-82F7-29550B536663}" dt="2026-02-12T12:26:38.994" v="276" actId="20577"/>
        <pc:sldMkLst>
          <pc:docMk/>
          <pc:sldMk cId="1788365214" sldId="262"/>
        </pc:sldMkLst>
        <pc:spChg chg="mod">
          <ac:chgData name="CALLUM STEWART - STUDENT" userId="d0785f23-6985-4e80-80c2-c58449afad4f" providerId="ADAL" clId="{91394044-2EAF-4A12-82F7-29550B536663}" dt="2026-02-12T12:18:28.691" v="121" actId="20577"/>
          <ac:spMkLst>
            <pc:docMk/>
            <pc:sldMk cId="1788365214" sldId="262"/>
            <ac:spMk id="2" creationId="{3B22C768-9AC5-7680-7B70-AB39A5A91E7D}"/>
          </ac:spMkLst>
        </pc:spChg>
        <pc:spChg chg="mod">
          <ac:chgData name="CALLUM STEWART - STUDENT" userId="d0785f23-6985-4e80-80c2-c58449afad4f" providerId="ADAL" clId="{91394044-2EAF-4A12-82F7-29550B536663}" dt="2026-02-12T12:26:38.994" v="276" actId="20577"/>
          <ac:spMkLst>
            <pc:docMk/>
            <pc:sldMk cId="1788365214" sldId="262"/>
            <ac:spMk id="3" creationId="{D626B5DB-BEE3-A8C0-C518-A8D15DC46B21}"/>
          </ac:spMkLst>
        </pc:spChg>
      </pc:sldChg>
      <pc:sldChg chg="modSp new mod">
        <pc:chgData name="CALLUM STEWART - STUDENT" userId="d0785f23-6985-4e80-80c2-c58449afad4f" providerId="ADAL" clId="{91394044-2EAF-4A12-82F7-29550B536663}" dt="2026-02-12T12:26:29.106" v="230" actId="20577"/>
        <pc:sldMkLst>
          <pc:docMk/>
          <pc:sldMk cId="3050438305" sldId="266"/>
        </pc:sldMkLst>
        <pc:spChg chg="mod">
          <ac:chgData name="CALLUM STEWART - STUDENT" userId="d0785f23-6985-4e80-80c2-c58449afad4f" providerId="ADAL" clId="{91394044-2EAF-4A12-82F7-29550B536663}" dt="2026-02-12T12:25:50.195" v="194" actId="20577"/>
          <ac:spMkLst>
            <pc:docMk/>
            <pc:sldMk cId="3050438305" sldId="266"/>
            <ac:spMk id="2" creationId="{96D2BD9A-C63C-93F2-0287-A6568BEB5A82}"/>
          </ac:spMkLst>
        </pc:spChg>
        <pc:spChg chg="mod">
          <ac:chgData name="CALLUM STEWART - STUDENT" userId="d0785f23-6985-4e80-80c2-c58449afad4f" providerId="ADAL" clId="{91394044-2EAF-4A12-82F7-29550B536663}" dt="2026-02-12T12:26:29.106" v="230" actId="20577"/>
          <ac:spMkLst>
            <pc:docMk/>
            <pc:sldMk cId="3050438305" sldId="266"/>
            <ac:spMk id="3" creationId="{F3FDB4C6-6F78-777B-4D93-872522586456}"/>
          </ac:spMkLst>
        </pc:spChg>
      </pc:sldChg>
    </pc:docChg>
  </pc:docChgLst>
  <pc:docChgLst>
    <pc:chgData name="CALLUM STEWART - STUDENT" userId="d0785f23-6985-4e80-80c2-c58449afad4f" providerId="ADAL" clId="{B8353AA5-5C69-43F8-A109-09D649F54282}"/>
    <pc:docChg chg="undo custSel addSld modSld sldOrd">
      <pc:chgData name="CALLUM STEWART - STUDENT" userId="d0785f23-6985-4e80-80c2-c58449afad4f" providerId="ADAL" clId="{B8353AA5-5C69-43F8-A109-09D649F54282}" dt="2026-02-15T01:12:35.181" v="1367" actId="255"/>
      <pc:docMkLst>
        <pc:docMk/>
      </pc:docMkLst>
      <pc:sldChg chg="addSp delSp modSp mod">
        <pc:chgData name="CALLUM STEWART - STUDENT" userId="d0785f23-6985-4e80-80c2-c58449afad4f" providerId="ADAL" clId="{B8353AA5-5C69-43F8-A109-09D649F54282}" dt="2026-02-14T19:42:04.886" v="378" actId="20577"/>
        <pc:sldMkLst>
          <pc:docMk/>
          <pc:sldMk cId="560041998" sldId="257"/>
        </pc:sldMkLst>
        <pc:spChg chg="mod">
          <ac:chgData name="CALLUM STEWART - STUDENT" userId="d0785f23-6985-4e80-80c2-c58449afad4f" providerId="ADAL" clId="{B8353AA5-5C69-43F8-A109-09D649F54282}" dt="2026-02-14T19:28:33.573" v="45" actId="255"/>
          <ac:spMkLst>
            <pc:docMk/>
            <pc:sldMk cId="560041998" sldId="257"/>
            <ac:spMk id="2" creationId="{0ADFD454-841B-2F79-2DD1-9EC1D447A8DA}"/>
          </ac:spMkLst>
        </pc:spChg>
        <pc:spChg chg="add del mod">
          <ac:chgData name="CALLUM STEWART - STUDENT" userId="d0785f23-6985-4e80-80c2-c58449afad4f" providerId="ADAL" clId="{B8353AA5-5C69-43F8-A109-09D649F54282}" dt="2026-02-14T19:28:13.134" v="39"/>
          <ac:spMkLst>
            <pc:docMk/>
            <pc:sldMk cId="560041998" sldId="257"/>
            <ac:spMk id="3" creationId="{69E3F884-63D2-310C-F5F7-BF9E76902B75}"/>
          </ac:spMkLst>
        </pc:spChg>
        <pc:spChg chg="add mod">
          <ac:chgData name="CALLUM STEWART - STUDENT" userId="d0785f23-6985-4e80-80c2-c58449afad4f" providerId="ADAL" clId="{B8353AA5-5C69-43F8-A109-09D649F54282}" dt="2026-02-14T19:42:04.886" v="378" actId="20577"/>
          <ac:spMkLst>
            <pc:docMk/>
            <pc:sldMk cId="560041998" sldId="257"/>
            <ac:spMk id="4" creationId="{C3E6D3D5-E38A-3EF8-9061-03FB01FF5332}"/>
          </ac:spMkLst>
        </pc:spChg>
        <pc:spChg chg="del mod">
          <ac:chgData name="CALLUM STEWART - STUDENT" userId="d0785f23-6985-4e80-80c2-c58449afad4f" providerId="ADAL" clId="{B8353AA5-5C69-43F8-A109-09D649F54282}" dt="2026-02-14T19:26:53.792" v="33"/>
          <ac:spMkLst>
            <pc:docMk/>
            <pc:sldMk cId="560041998" sldId="257"/>
            <ac:spMk id="6" creationId="{67877774-FBC0-FD48-3FA5-A54E40E2A391}"/>
          </ac:spMkLst>
        </pc:spChg>
      </pc:sldChg>
      <pc:sldChg chg="addSp delSp modSp mod setBg">
        <pc:chgData name="CALLUM STEWART - STUDENT" userId="d0785f23-6985-4e80-80c2-c58449afad4f" providerId="ADAL" clId="{B8353AA5-5C69-43F8-A109-09D649F54282}" dt="2026-02-14T19:56:11.492" v="871" actId="26606"/>
        <pc:sldMkLst>
          <pc:docMk/>
          <pc:sldMk cId="4265653539" sldId="258"/>
        </pc:sldMkLst>
        <pc:spChg chg="mod">
          <ac:chgData name="CALLUM STEWART - STUDENT" userId="d0785f23-6985-4e80-80c2-c58449afad4f" providerId="ADAL" clId="{B8353AA5-5C69-43F8-A109-09D649F54282}" dt="2026-02-14T19:56:11.492" v="871" actId="26606"/>
          <ac:spMkLst>
            <pc:docMk/>
            <pc:sldMk cId="4265653539" sldId="258"/>
            <ac:spMk id="2" creationId="{528D88E9-D4C5-59A2-2C10-3AD3F37C89FE}"/>
          </ac:spMkLst>
        </pc:spChg>
        <pc:spChg chg="add del mod">
          <ac:chgData name="CALLUM STEWART - STUDENT" userId="d0785f23-6985-4e80-80c2-c58449afad4f" providerId="ADAL" clId="{B8353AA5-5C69-43F8-A109-09D649F54282}" dt="2026-02-14T19:56:11.492" v="871" actId="26606"/>
          <ac:spMkLst>
            <pc:docMk/>
            <pc:sldMk cId="4265653539" sldId="258"/>
            <ac:spMk id="4" creationId="{0EF87672-1755-9C22-C419-45FF84DD41BE}"/>
          </ac:spMkLst>
        </pc:spChg>
        <pc:graphicFrameChg chg="add">
          <ac:chgData name="CALLUM STEWART - STUDENT" userId="d0785f23-6985-4e80-80c2-c58449afad4f" providerId="ADAL" clId="{B8353AA5-5C69-43F8-A109-09D649F54282}" dt="2026-02-14T19:56:11.492" v="871" actId="26606"/>
          <ac:graphicFrameMkLst>
            <pc:docMk/>
            <pc:sldMk cId="4265653539" sldId="258"/>
            <ac:graphicFrameMk id="6" creationId="{96622512-D7E6-3547-37A2-86A7EEF966EF}"/>
          </ac:graphicFrameMkLst>
        </pc:graphicFrameChg>
        <pc:graphicFrameChg chg="del">
          <ac:chgData name="CALLUM STEWART - STUDENT" userId="d0785f23-6985-4e80-80c2-c58449afad4f" providerId="ADAL" clId="{B8353AA5-5C69-43F8-A109-09D649F54282}" dt="2026-02-14T19:44:34.690" v="394" actId="478"/>
          <ac:graphicFrameMkLst>
            <pc:docMk/>
            <pc:sldMk cId="4265653539" sldId="258"/>
            <ac:graphicFrameMk id="7" creationId="{17213F85-DD24-E932-439D-15A2371C2197}"/>
          </ac:graphicFrameMkLst>
        </pc:graphicFrameChg>
        <pc:picChg chg="add">
          <ac:chgData name="CALLUM STEWART - STUDENT" userId="d0785f23-6985-4e80-80c2-c58449afad4f" providerId="ADAL" clId="{B8353AA5-5C69-43F8-A109-09D649F54282}" dt="2026-02-14T19:56:11.492" v="871" actId="26606"/>
          <ac:picMkLst>
            <pc:docMk/>
            <pc:sldMk cId="4265653539" sldId="258"/>
            <ac:picMk id="10" creationId="{A8D526D7-C782-4F65-A21F-A6B40D869B47}"/>
          </ac:picMkLst>
        </pc:picChg>
      </pc:sldChg>
      <pc:sldChg chg="addSp delSp modSp mod">
        <pc:chgData name="CALLUM STEWART - STUDENT" userId="d0785f23-6985-4e80-80c2-c58449afad4f" providerId="ADAL" clId="{B8353AA5-5C69-43F8-A109-09D649F54282}" dt="2026-02-15T01:12:35.181" v="1367" actId="255"/>
        <pc:sldMkLst>
          <pc:docMk/>
          <pc:sldMk cId="3696994240" sldId="259"/>
        </pc:sldMkLst>
        <pc:spChg chg="mod">
          <ac:chgData name="CALLUM STEWART - STUDENT" userId="d0785f23-6985-4e80-80c2-c58449afad4f" providerId="ADAL" clId="{B8353AA5-5C69-43F8-A109-09D649F54282}" dt="2026-02-15T01:12:27.433" v="1366" actId="1076"/>
          <ac:spMkLst>
            <pc:docMk/>
            <pc:sldMk cId="3696994240" sldId="259"/>
            <ac:spMk id="2" creationId="{A948CA0B-7209-A1DA-4834-BA814115BD3F}"/>
          </ac:spMkLst>
        </pc:spChg>
        <pc:spChg chg="add del mod">
          <ac:chgData name="CALLUM STEWART - STUDENT" userId="d0785f23-6985-4e80-80c2-c58449afad4f" providerId="ADAL" clId="{B8353AA5-5C69-43F8-A109-09D649F54282}" dt="2026-02-15T01:00:24.864" v="1056"/>
          <ac:spMkLst>
            <pc:docMk/>
            <pc:sldMk cId="3696994240" sldId="259"/>
            <ac:spMk id="4" creationId="{37535251-83E4-0574-1496-40F294723EFF}"/>
          </ac:spMkLst>
        </pc:spChg>
        <pc:spChg chg="add del mod">
          <ac:chgData name="CALLUM STEWART - STUDENT" userId="d0785f23-6985-4e80-80c2-c58449afad4f" providerId="ADAL" clId="{B8353AA5-5C69-43F8-A109-09D649F54282}" dt="2026-02-15T01:11:34.591" v="1355"/>
          <ac:spMkLst>
            <pc:docMk/>
            <pc:sldMk cId="3696994240" sldId="259"/>
            <ac:spMk id="8" creationId="{965CEB31-FA36-BB09-7735-0F059D56941D}"/>
          </ac:spMkLst>
        </pc:spChg>
        <pc:spChg chg="add mod">
          <ac:chgData name="CALLUM STEWART - STUDENT" userId="d0785f23-6985-4e80-80c2-c58449afad4f" providerId="ADAL" clId="{B8353AA5-5C69-43F8-A109-09D649F54282}" dt="2026-02-15T01:12:24.038" v="1365" actId="1076"/>
          <ac:spMkLst>
            <pc:docMk/>
            <pc:sldMk cId="3696994240" sldId="259"/>
            <ac:spMk id="9" creationId="{17CEF716-5A14-BE2D-6A2C-EA44AC741EE6}"/>
          </ac:spMkLst>
        </pc:spChg>
        <pc:spChg chg="add mod">
          <ac:chgData name="CALLUM STEWART - STUDENT" userId="d0785f23-6985-4e80-80c2-c58449afad4f" providerId="ADAL" clId="{B8353AA5-5C69-43F8-A109-09D649F54282}" dt="2026-02-15T01:12:35.181" v="1367" actId="255"/>
          <ac:spMkLst>
            <pc:docMk/>
            <pc:sldMk cId="3696994240" sldId="259"/>
            <ac:spMk id="10" creationId="{EE1FF348-CCD1-2F50-C3F2-536E4020D703}"/>
          </ac:spMkLst>
        </pc:spChg>
        <pc:spChg chg="add">
          <ac:chgData name="CALLUM STEWART - STUDENT" userId="d0785f23-6985-4e80-80c2-c58449afad4f" providerId="ADAL" clId="{B8353AA5-5C69-43F8-A109-09D649F54282}" dt="2026-02-15T01:10:36.509" v="1257"/>
          <ac:spMkLst>
            <pc:docMk/>
            <pc:sldMk cId="3696994240" sldId="259"/>
            <ac:spMk id="11" creationId="{678E8DDE-B33B-8213-49BB-DF2B0A8BF601}"/>
          </ac:spMkLst>
        </pc:spChg>
        <pc:graphicFrameChg chg="del">
          <ac:chgData name="CALLUM STEWART - STUDENT" userId="d0785f23-6985-4e80-80c2-c58449afad4f" providerId="ADAL" clId="{B8353AA5-5C69-43F8-A109-09D649F54282}" dt="2026-02-15T00:59:45.256" v="1054" actId="478"/>
          <ac:graphicFrameMkLst>
            <pc:docMk/>
            <pc:sldMk cId="3696994240" sldId="259"/>
            <ac:graphicFrameMk id="7" creationId="{E15B830A-481F-3E9A-D657-C0C49D45049A}"/>
          </ac:graphicFrameMkLst>
        </pc:graphicFrameChg>
        <pc:picChg chg="add mod ord">
          <ac:chgData name="CALLUM STEWART - STUDENT" userId="d0785f23-6985-4e80-80c2-c58449afad4f" providerId="ADAL" clId="{B8353AA5-5C69-43F8-A109-09D649F54282}" dt="2026-02-15T01:12:20.629" v="1364" actId="1076"/>
          <ac:picMkLst>
            <pc:docMk/>
            <pc:sldMk cId="3696994240" sldId="259"/>
            <ac:picMk id="6" creationId="{34A7ED90-695F-D8D6-8553-FDEDD59A3C62}"/>
          </ac:picMkLst>
        </pc:picChg>
      </pc:sldChg>
      <pc:sldChg chg="modSp mod ord">
        <pc:chgData name="CALLUM STEWART - STUDENT" userId="d0785f23-6985-4e80-80c2-c58449afad4f" providerId="ADAL" clId="{B8353AA5-5C69-43F8-A109-09D649F54282}" dt="2026-02-14T19:28:18.563" v="44" actId="20577"/>
        <pc:sldMkLst>
          <pc:docMk/>
          <pc:sldMk cId="3832151961" sldId="260"/>
        </pc:sldMkLst>
        <pc:spChg chg="mod">
          <ac:chgData name="CALLUM STEWART - STUDENT" userId="d0785f23-6985-4e80-80c2-c58449afad4f" providerId="ADAL" clId="{B8353AA5-5C69-43F8-A109-09D649F54282}" dt="2026-02-14T19:28:18.563" v="44" actId="20577"/>
          <ac:spMkLst>
            <pc:docMk/>
            <pc:sldMk cId="3832151961" sldId="260"/>
            <ac:spMk id="2" creationId="{E57425F7-2919-47FE-68BE-AC27F16E5CFF}"/>
          </ac:spMkLst>
        </pc:spChg>
      </pc:sldChg>
      <pc:sldChg chg="addSp delSp modSp new mod setBg">
        <pc:chgData name="CALLUM STEWART - STUDENT" userId="d0785f23-6985-4e80-80c2-c58449afad4f" providerId="ADAL" clId="{B8353AA5-5C69-43F8-A109-09D649F54282}" dt="2026-02-14T20:06:55.944" v="1038" actId="20577"/>
        <pc:sldMkLst>
          <pc:docMk/>
          <pc:sldMk cId="1343706560" sldId="268"/>
        </pc:sldMkLst>
        <pc:spChg chg="mod">
          <ac:chgData name="CALLUM STEWART - STUDENT" userId="d0785f23-6985-4e80-80c2-c58449afad4f" providerId="ADAL" clId="{B8353AA5-5C69-43F8-A109-09D649F54282}" dt="2026-02-14T20:01:49.734" v="897" actId="26606"/>
          <ac:spMkLst>
            <pc:docMk/>
            <pc:sldMk cId="1343706560" sldId="268"/>
            <ac:spMk id="2" creationId="{74A640FF-EC5D-EDA6-3453-C5297EBE4349}"/>
          </ac:spMkLst>
        </pc:spChg>
        <pc:spChg chg="del">
          <ac:chgData name="CALLUM STEWART - STUDENT" userId="d0785f23-6985-4e80-80c2-c58449afad4f" providerId="ADAL" clId="{B8353AA5-5C69-43F8-A109-09D649F54282}" dt="2026-02-14T19:59:57.090" v="883"/>
          <ac:spMkLst>
            <pc:docMk/>
            <pc:sldMk cId="1343706560" sldId="268"/>
            <ac:spMk id="3" creationId="{C65CAAF3-D426-DA8A-63BF-9098140481F8}"/>
          </ac:spMkLst>
        </pc:spChg>
        <pc:spChg chg="add mod">
          <ac:chgData name="CALLUM STEWART - STUDENT" userId="d0785f23-6985-4e80-80c2-c58449afad4f" providerId="ADAL" clId="{B8353AA5-5C69-43F8-A109-09D649F54282}" dt="2026-02-14T20:06:55.944" v="1038" actId="20577"/>
          <ac:spMkLst>
            <pc:docMk/>
            <pc:sldMk cId="1343706560" sldId="268"/>
            <ac:spMk id="4" creationId="{7275772E-D085-E6B7-1CB7-C6B3D1BFCBBD}"/>
          </ac:spMkLst>
        </pc:spChg>
        <pc:spChg chg="add">
          <ac:chgData name="CALLUM STEWART - STUDENT" userId="d0785f23-6985-4e80-80c2-c58449afad4f" providerId="ADAL" clId="{B8353AA5-5C69-43F8-A109-09D649F54282}" dt="2026-02-14T20:04:45.289" v="965"/>
          <ac:spMkLst>
            <pc:docMk/>
            <pc:sldMk cId="1343706560" sldId="268"/>
            <ac:spMk id="5" creationId="{57B00797-5CC1-724A-23E8-AEE304D533E5}"/>
          </ac:spMkLst>
        </pc:spChg>
        <pc:spChg chg="add del">
          <ac:chgData name="CALLUM STEWART - STUDENT" userId="d0785f23-6985-4e80-80c2-c58449afad4f" providerId="ADAL" clId="{B8353AA5-5C69-43F8-A109-09D649F54282}" dt="2026-02-14T20:05:38.137" v="974" actId="26606"/>
          <ac:spMkLst>
            <pc:docMk/>
            <pc:sldMk cId="1343706560" sldId="268"/>
            <ac:spMk id="9" creationId="{9A6C2C86-63BF-47D5-AA3F-905111A238E2}"/>
          </ac:spMkLst>
        </pc:spChg>
        <pc:spChg chg="add">
          <ac:chgData name="CALLUM STEWART - STUDENT" userId="d0785f23-6985-4e80-80c2-c58449afad4f" providerId="ADAL" clId="{B8353AA5-5C69-43F8-A109-09D649F54282}" dt="2026-02-14T20:05:38.137" v="974" actId="26606"/>
          <ac:spMkLst>
            <pc:docMk/>
            <pc:sldMk cId="1343706560" sldId="268"/>
            <ac:spMk id="16" creationId="{9A6C2C86-63BF-47D5-AA3F-905111A238E2}"/>
          </ac:spMkLst>
        </pc:spChg>
        <pc:cxnChg chg="add del">
          <ac:chgData name="CALLUM STEWART - STUDENT" userId="d0785f23-6985-4e80-80c2-c58449afad4f" providerId="ADAL" clId="{B8353AA5-5C69-43F8-A109-09D649F54282}" dt="2026-02-14T20:05:38.137" v="974" actId="26606"/>
          <ac:cxnSpMkLst>
            <pc:docMk/>
            <pc:sldMk cId="1343706560" sldId="268"/>
            <ac:cxnSpMk id="11" creationId="{425A0768-3044-4AA9-A889-D2CAA68C517A}"/>
          </ac:cxnSpMkLst>
        </pc:cxnChg>
        <pc:cxnChg chg="add">
          <ac:chgData name="CALLUM STEWART - STUDENT" userId="d0785f23-6985-4e80-80c2-c58449afad4f" providerId="ADAL" clId="{B8353AA5-5C69-43F8-A109-09D649F54282}" dt="2026-02-14T20:05:38.137" v="974" actId="26606"/>
          <ac:cxnSpMkLst>
            <pc:docMk/>
            <pc:sldMk cId="1343706560" sldId="268"/>
            <ac:cxnSpMk id="18" creationId="{425A0768-3044-4AA9-A889-D2CAA68C517A}"/>
          </ac:cxnSpMkLst>
        </pc:cxnChg>
      </pc:sldChg>
    </pc:docChg>
  </pc:docChgLst>
  <pc:docChgLst>
    <pc:chgData name="ROAN BRADLEY - STUDENT" userId="S::g00431243@atu.ie::ea53a0a4-4e86-4f90-8bc4-1665f1cb9e9a" providerId="AD" clId="Web-{E188BC28-72D8-3BB1-62EA-CA8AF73AB5BE}"/>
    <pc:docChg chg="addSld delSld modSld">
      <pc:chgData name="ROAN BRADLEY - STUDENT" userId="S::g00431243@atu.ie::ea53a0a4-4e86-4f90-8bc4-1665f1cb9e9a" providerId="AD" clId="Web-{E188BC28-72D8-3BB1-62EA-CA8AF73AB5BE}" dt="2026-02-14T19:39:12.220" v="101" actId="1076"/>
      <pc:docMkLst>
        <pc:docMk/>
      </pc:docMkLst>
      <pc:sldChg chg="delSp modSp mod setBg">
        <pc:chgData name="ROAN BRADLEY - STUDENT" userId="S::g00431243@atu.ie::ea53a0a4-4e86-4f90-8bc4-1665f1cb9e9a" providerId="AD" clId="Web-{E188BC28-72D8-3BB1-62EA-CA8AF73AB5BE}" dt="2026-02-14T19:25:41.947" v="13"/>
        <pc:sldMkLst>
          <pc:docMk/>
          <pc:sldMk cId="3832151961" sldId="260"/>
        </pc:sldMkLst>
        <pc:spChg chg="mod">
          <ac:chgData name="ROAN BRADLEY - STUDENT" userId="S::g00431243@atu.ie::ea53a0a4-4e86-4f90-8bc4-1665f1cb9e9a" providerId="AD" clId="Web-{E188BC28-72D8-3BB1-62EA-CA8AF73AB5BE}" dt="2026-02-14T19:25:24.587" v="12" actId="20577"/>
          <ac:spMkLst>
            <pc:docMk/>
            <pc:sldMk cId="3832151961" sldId="260"/>
            <ac:spMk id="2" creationId="{E57425F7-2919-47FE-68BE-AC27F16E5CFF}"/>
          </ac:spMkLst>
        </pc:spChg>
        <pc:spChg chg="del">
          <ac:chgData name="ROAN BRADLEY - STUDENT" userId="S::g00431243@atu.ie::ea53a0a4-4e86-4f90-8bc4-1665f1cb9e9a" providerId="AD" clId="Web-{E188BC28-72D8-3BB1-62EA-CA8AF73AB5BE}" dt="2026-02-14T19:24:10.412" v="2"/>
          <ac:spMkLst>
            <pc:docMk/>
            <pc:sldMk cId="3832151961" sldId="260"/>
            <ac:spMk id="3" creationId="{5A531CE7-7535-C0B6-B2F0-7EDCA950F123}"/>
          </ac:spMkLst>
        </pc:spChg>
        <pc:picChg chg="del">
          <ac:chgData name="ROAN BRADLEY - STUDENT" userId="S::g00431243@atu.ie::ea53a0a4-4e86-4f90-8bc4-1665f1cb9e9a" providerId="AD" clId="Web-{E188BC28-72D8-3BB1-62EA-CA8AF73AB5BE}" dt="2026-02-14T19:23:59.068" v="0"/>
          <ac:picMkLst>
            <pc:docMk/>
            <pc:sldMk cId="3832151961" sldId="260"/>
            <ac:picMk id="5" creationId="{A6E61B80-A170-C52F-52B1-8B1E9A486149}"/>
          </ac:picMkLst>
        </pc:picChg>
        <pc:picChg chg="mod">
          <ac:chgData name="ROAN BRADLEY - STUDENT" userId="S::g00431243@atu.ie::ea53a0a4-4e86-4f90-8bc4-1665f1cb9e9a" providerId="AD" clId="Web-{E188BC28-72D8-3BB1-62EA-CA8AF73AB5BE}" dt="2026-02-14T19:24:22.913" v="7"/>
          <ac:picMkLst>
            <pc:docMk/>
            <pc:sldMk cId="3832151961" sldId="260"/>
            <ac:picMk id="9" creationId="{559DF61F-9058-49C9-8F75-DC501F983B0E}"/>
          </ac:picMkLst>
        </pc:picChg>
      </pc:sldChg>
      <pc:sldChg chg="del">
        <pc:chgData name="ROAN BRADLEY - STUDENT" userId="S::g00431243@atu.ie::ea53a0a4-4e86-4f90-8bc4-1665f1cb9e9a" providerId="AD" clId="Web-{E188BC28-72D8-3BB1-62EA-CA8AF73AB5BE}" dt="2026-02-14T19:25:52.119" v="14"/>
        <pc:sldMkLst>
          <pc:docMk/>
          <pc:sldMk cId="322138742" sldId="265"/>
        </pc:sldMkLst>
      </pc:sldChg>
      <pc:sldChg chg="addSp delSp modSp new mod setBg">
        <pc:chgData name="ROAN BRADLEY - STUDENT" userId="S::g00431243@atu.ie::ea53a0a4-4e86-4f90-8bc4-1665f1cb9e9a" providerId="AD" clId="Web-{E188BC28-72D8-3BB1-62EA-CA8AF73AB5BE}" dt="2026-02-14T19:39:12.220" v="101" actId="1076"/>
        <pc:sldMkLst>
          <pc:docMk/>
          <pc:sldMk cId="3633097259" sldId="267"/>
        </pc:sldMkLst>
        <pc:spChg chg="mod">
          <ac:chgData name="ROAN BRADLEY - STUDENT" userId="S::g00431243@atu.ie::ea53a0a4-4e86-4f90-8bc4-1665f1cb9e9a" providerId="AD" clId="Web-{E188BC28-72D8-3BB1-62EA-CA8AF73AB5BE}" dt="2026-02-14T19:35:21.477" v="57" actId="20577"/>
          <ac:spMkLst>
            <pc:docMk/>
            <pc:sldMk cId="3633097259" sldId="267"/>
            <ac:spMk id="2" creationId="{A4279EC4-C4AC-E118-17CC-90F3AA1A6C1F}"/>
          </ac:spMkLst>
        </pc:spChg>
        <pc:spChg chg="del mod">
          <ac:chgData name="ROAN BRADLEY - STUDENT" userId="S::g00431243@atu.ie::ea53a0a4-4e86-4f90-8bc4-1665f1cb9e9a" providerId="AD" clId="Web-{E188BC28-72D8-3BB1-62EA-CA8AF73AB5BE}" dt="2026-02-14T19:38:26.186" v="68"/>
          <ac:spMkLst>
            <pc:docMk/>
            <pc:sldMk cId="3633097259" sldId="267"/>
            <ac:spMk id="3" creationId="{2443E2EC-2ED0-B511-0E2C-3A99C65EA2AC}"/>
          </ac:spMkLst>
        </pc:spChg>
        <pc:spChg chg="add del mod">
          <ac:chgData name="ROAN BRADLEY - STUDENT" userId="S::g00431243@atu.ie::ea53a0a4-4e86-4f90-8bc4-1665f1cb9e9a" providerId="AD" clId="Web-{E188BC28-72D8-3BB1-62EA-CA8AF73AB5BE}" dt="2026-02-14T19:36:47.462" v="61"/>
          <ac:spMkLst>
            <pc:docMk/>
            <pc:sldMk cId="3633097259" sldId="267"/>
            <ac:spMk id="4" creationId="{5D93E57D-F254-2E8F-BAE7-26FC4CC77A5A}"/>
          </ac:spMkLst>
        </pc:spChg>
        <pc:spChg chg="add mod">
          <ac:chgData name="ROAN BRADLEY - STUDENT" userId="S::g00431243@atu.ie::ea53a0a4-4e86-4f90-8bc4-1665f1cb9e9a" providerId="AD" clId="Web-{E188BC28-72D8-3BB1-62EA-CA8AF73AB5BE}" dt="2026-02-14T19:38:49.281" v="78" actId="1076"/>
          <ac:spMkLst>
            <pc:docMk/>
            <pc:sldMk cId="3633097259" sldId="267"/>
            <ac:spMk id="5" creationId="{618122B8-914D-1FCD-9CBE-ECB7CB479F00}"/>
          </ac:spMkLst>
        </pc:spChg>
        <pc:spChg chg="add mod">
          <ac:chgData name="ROAN BRADLEY - STUDENT" userId="S::g00431243@atu.ie::ea53a0a4-4e86-4f90-8bc4-1665f1cb9e9a" providerId="AD" clId="Web-{E188BC28-72D8-3BB1-62EA-CA8AF73AB5BE}" dt="2026-02-14T19:39:12.220" v="101" actId="1076"/>
          <ac:spMkLst>
            <pc:docMk/>
            <pc:sldMk cId="3633097259" sldId="267"/>
            <ac:spMk id="7" creationId="{47D627EE-B846-AD5C-D33B-9D567CDF6BE9}"/>
          </ac:spMkLst>
        </pc:spChg>
        <pc:picChg chg="add mod ord">
          <ac:chgData name="ROAN BRADLEY - STUDENT" userId="S::g00431243@atu.ie::ea53a0a4-4e86-4f90-8bc4-1665f1cb9e9a" providerId="AD" clId="Web-{E188BC28-72D8-3BB1-62EA-CA8AF73AB5BE}" dt="2026-02-14T19:38:51.172" v="79" actId="1076"/>
          <ac:picMkLst>
            <pc:docMk/>
            <pc:sldMk cId="3633097259" sldId="267"/>
            <ac:picMk id="6" creationId="{158D205B-8D6C-3821-CB2D-57004636C121}"/>
          </ac:picMkLst>
        </pc:picChg>
      </pc:sldChg>
    </pc:docChg>
  </pc:docChgLst>
  <pc:docChgLst>
    <pc:chgData name="MAKSYMILIAN BREZA - STUDENT" userId="S::g00431096@atu.ie::2913b433-145d-42d9-85e6-36a4e8de39ae" providerId="AD" clId="Web-{1A1629BE-EA5A-5E9C-EA4A-EE1DADC6AC8D}"/>
    <pc:docChg chg="addSld delSld modSld">
      <pc:chgData name="MAKSYMILIAN BREZA - STUDENT" userId="S::g00431096@atu.ie::2913b433-145d-42d9-85e6-36a4e8de39ae" providerId="AD" clId="Web-{1A1629BE-EA5A-5E9C-EA4A-EE1DADC6AC8D}" dt="2026-02-15T19:58:37.920" v="93" actId="20577"/>
      <pc:docMkLst>
        <pc:docMk/>
      </pc:docMkLst>
      <pc:sldChg chg="add del">
        <pc:chgData name="MAKSYMILIAN BREZA - STUDENT" userId="S::g00431096@atu.ie::2913b433-145d-42d9-85e6-36a4e8de39ae" providerId="AD" clId="Web-{1A1629BE-EA5A-5E9C-EA4A-EE1DADC6AC8D}" dt="2026-02-15T19:50:56.681" v="11"/>
        <pc:sldMkLst>
          <pc:docMk/>
          <pc:sldMk cId="2879294046" sldId="261"/>
        </pc:sldMkLst>
      </pc:sldChg>
      <pc:sldChg chg="add del">
        <pc:chgData name="MAKSYMILIAN BREZA - STUDENT" userId="S::g00431096@atu.ie::2913b433-145d-42d9-85e6-36a4e8de39ae" providerId="AD" clId="Web-{1A1629BE-EA5A-5E9C-EA4A-EE1DADC6AC8D}" dt="2026-02-15T19:50:54.321" v="10"/>
        <pc:sldMkLst>
          <pc:docMk/>
          <pc:sldMk cId="1991651165" sldId="264"/>
        </pc:sldMkLst>
      </pc:sldChg>
      <pc:sldChg chg="modSp new">
        <pc:chgData name="MAKSYMILIAN BREZA - STUDENT" userId="S::g00431096@atu.ie::2913b433-145d-42d9-85e6-36a4e8de39ae" providerId="AD" clId="Web-{1A1629BE-EA5A-5E9C-EA4A-EE1DADC6AC8D}" dt="2026-02-15T19:58:37.920" v="93" actId="20577"/>
        <pc:sldMkLst>
          <pc:docMk/>
          <pc:sldMk cId="2883636348" sldId="269"/>
        </pc:sldMkLst>
        <pc:spChg chg="mod">
          <ac:chgData name="MAKSYMILIAN BREZA - STUDENT" userId="S::g00431096@atu.ie::2913b433-145d-42d9-85e6-36a4e8de39ae" providerId="AD" clId="Web-{1A1629BE-EA5A-5E9C-EA4A-EE1DADC6AC8D}" dt="2026-02-15T19:56:16.791" v="60" actId="20577"/>
          <ac:spMkLst>
            <pc:docMk/>
            <pc:sldMk cId="2883636348" sldId="269"/>
            <ac:spMk id="2" creationId="{160A69C5-3200-6466-8048-4F72684F31FE}"/>
          </ac:spMkLst>
        </pc:spChg>
        <pc:spChg chg="mod">
          <ac:chgData name="MAKSYMILIAN BREZA - STUDENT" userId="S::g00431096@atu.ie::2913b433-145d-42d9-85e6-36a4e8de39ae" providerId="AD" clId="Web-{1A1629BE-EA5A-5E9C-EA4A-EE1DADC6AC8D}" dt="2026-02-15T19:58:37.920" v="93" actId="20577"/>
          <ac:spMkLst>
            <pc:docMk/>
            <pc:sldMk cId="2883636348" sldId="269"/>
            <ac:spMk id="3" creationId="{AFCADED7-1786-8AED-23A6-379414AE9396}"/>
          </ac:spMkLst>
        </pc:spChg>
      </pc:sldChg>
      <pc:sldChg chg="modSp new del">
        <pc:chgData name="MAKSYMILIAN BREZA - STUDENT" userId="S::g00431096@atu.ie::2913b433-145d-42d9-85e6-36a4e8de39ae" providerId="AD" clId="Web-{1A1629BE-EA5A-5E9C-EA4A-EE1DADC6AC8D}" dt="2026-02-15T19:50:53.649" v="9"/>
        <pc:sldMkLst>
          <pc:docMk/>
          <pc:sldMk cId="3139315715" sldId="269"/>
        </pc:sldMkLst>
        <pc:spChg chg="mod">
          <ac:chgData name="MAKSYMILIAN BREZA - STUDENT" userId="S::g00431096@atu.ie::2913b433-145d-42d9-85e6-36a4e8de39ae" providerId="AD" clId="Web-{1A1629BE-EA5A-5E9C-EA4A-EE1DADC6AC8D}" dt="2026-02-15T19:50:53.603" v="8" actId="20577"/>
          <ac:spMkLst>
            <pc:docMk/>
            <pc:sldMk cId="3139315715" sldId="269"/>
            <ac:spMk id="2" creationId="{0198B71D-C5B8-3102-7FE0-4E8B6A7986A0}"/>
          </ac:spMkLst>
        </pc:spChg>
      </pc:sldChg>
      <pc:sldChg chg="modSp new">
        <pc:chgData name="MAKSYMILIAN BREZA - STUDENT" userId="S::g00431096@atu.ie::2913b433-145d-42d9-85e6-36a4e8de39ae" providerId="AD" clId="Web-{1A1629BE-EA5A-5E9C-EA4A-EE1DADC6AC8D}" dt="2026-02-15T19:51:17.260" v="29" actId="20577"/>
        <pc:sldMkLst>
          <pc:docMk/>
          <pc:sldMk cId="971241128" sldId="270"/>
        </pc:sldMkLst>
        <pc:spChg chg="mod">
          <ac:chgData name="MAKSYMILIAN BREZA - STUDENT" userId="S::g00431096@atu.ie::2913b433-145d-42d9-85e6-36a4e8de39ae" providerId="AD" clId="Web-{1A1629BE-EA5A-5E9C-EA4A-EE1DADC6AC8D}" dt="2026-02-15T19:51:17.260" v="29" actId="20577"/>
          <ac:spMkLst>
            <pc:docMk/>
            <pc:sldMk cId="971241128" sldId="270"/>
            <ac:spMk id="2" creationId="{C2B93A1C-DF83-CD68-0AC0-F0CDC55B44CB}"/>
          </ac:spMkLst>
        </pc:spChg>
      </pc:sldChg>
      <pc:sldChg chg="modSp new">
        <pc:chgData name="MAKSYMILIAN BREZA - STUDENT" userId="S::g00431096@atu.ie::2913b433-145d-42d9-85e6-36a4e8de39ae" providerId="AD" clId="Web-{1A1629BE-EA5A-5E9C-EA4A-EE1DADC6AC8D}" dt="2026-02-15T19:51:28.683" v="41" actId="20577"/>
        <pc:sldMkLst>
          <pc:docMk/>
          <pc:sldMk cId="1763150215" sldId="271"/>
        </pc:sldMkLst>
        <pc:spChg chg="mod">
          <ac:chgData name="MAKSYMILIAN BREZA - STUDENT" userId="S::g00431096@atu.ie::2913b433-145d-42d9-85e6-36a4e8de39ae" providerId="AD" clId="Web-{1A1629BE-EA5A-5E9C-EA4A-EE1DADC6AC8D}" dt="2026-02-15T19:51:28.683" v="41" actId="20577"/>
          <ac:spMkLst>
            <pc:docMk/>
            <pc:sldMk cId="1763150215" sldId="271"/>
            <ac:spMk id="2" creationId="{00F197D4-31FC-2BD9-01B3-3CA23CE1569D}"/>
          </ac:spMkLst>
        </pc:spChg>
      </pc:sldChg>
    </pc:docChg>
  </pc:docChgLst>
  <pc:docChgLst>
    <pc:chgData name="ROAN BRADLEY - STUDENT" userId="S::g00431243@atu.ie::ea53a0a4-4e86-4f90-8bc4-1665f1cb9e9a" providerId="AD" clId="Web-{A6C3C9EF-0111-EE0A-DCC7-62754E14652D}"/>
    <pc:docChg chg="modSld">
      <pc:chgData name="ROAN BRADLEY - STUDENT" userId="S::g00431243@atu.ie::ea53a0a4-4e86-4f90-8bc4-1665f1cb9e9a" providerId="AD" clId="Web-{A6C3C9EF-0111-EE0A-DCC7-62754E14652D}" dt="2026-02-14T21:09:35.300" v="458" actId="1076"/>
      <pc:docMkLst>
        <pc:docMk/>
      </pc:docMkLst>
      <pc:sldChg chg="addSp modSp mod setBg addAnim">
        <pc:chgData name="ROAN BRADLEY - STUDENT" userId="S::g00431243@atu.ie::ea53a0a4-4e86-4f90-8bc4-1665f1cb9e9a" providerId="AD" clId="Web-{A6C3C9EF-0111-EE0A-DCC7-62754E14652D}" dt="2026-02-14T21:09:35.300" v="458" actId="1076"/>
        <pc:sldMkLst>
          <pc:docMk/>
          <pc:sldMk cId="1788365214" sldId="262"/>
        </pc:sldMkLst>
        <pc:spChg chg="mod">
          <ac:chgData name="ROAN BRADLEY - STUDENT" userId="S::g00431243@atu.ie::ea53a0a4-4e86-4f90-8bc4-1665f1cb9e9a" providerId="AD" clId="Web-{A6C3C9EF-0111-EE0A-DCC7-62754E14652D}" dt="2026-02-14T21:07:12.702" v="442" actId="20577"/>
          <ac:spMkLst>
            <pc:docMk/>
            <pc:sldMk cId="1788365214" sldId="262"/>
            <ac:spMk id="2" creationId="{3B22C768-9AC5-7680-7B70-AB39A5A91E7D}"/>
          </ac:spMkLst>
        </pc:spChg>
        <pc:spChg chg="mod">
          <ac:chgData name="ROAN BRADLEY - STUDENT" userId="S::g00431243@atu.ie::ea53a0a4-4e86-4f90-8bc4-1665f1cb9e9a" providerId="AD" clId="Web-{A6C3C9EF-0111-EE0A-DCC7-62754E14652D}" dt="2026-02-14T21:09:20.190" v="456" actId="1076"/>
          <ac:spMkLst>
            <pc:docMk/>
            <pc:sldMk cId="1788365214" sldId="262"/>
            <ac:spMk id="3" creationId="{D626B5DB-BEE3-A8C0-C518-A8D15DC46B21}"/>
          </ac:spMkLst>
        </pc:spChg>
        <pc:graphicFrameChg chg="add mod topLvl modGraphic">
          <ac:chgData name="ROAN BRADLEY - STUDENT" userId="S::g00431243@atu.ie::ea53a0a4-4e86-4f90-8bc4-1665f1cb9e9a" providerId="AD" clId="Web-{A6C3C9EF-0111-EE0A-DCC7-62754E14652D}" dt="2026-02-14T21:09:35.300" v="458" actId="1076"/>
          <ac:graphicFrameMkLst>
            <pc:docMk/>
            <pc:sldMk cId="1788365214" sldId="262"/>
            <ac:graphicFrameMk id="4" creationId="{A259A76D-66F1-4090-C7F5-9D20BDC3FE79}"/>
          </ac:graphicFrameMkLst>
        </pc:graphicFrameChg>
      </pc:sldChg>
      <pc:sldChg chg="addSp delSp modSp mod setBg">
        <pc:chgData name="ROAN BRADLEY - STUDENT" userId="S::g00431243@atu.ie::ea53a0a4-4e86-4f90-8bc4-1665f1cb9e9a" providerId="AD" clId="Web-{A6C3C9EF-0111-EE0A-DCC7-62754E14652D}" dt="2026-02-14T20:21:33.289" v="397" actId="1076"/>
        <pc:sldMkLst>
          <pc:docMk/>
          <pc:sldMk cId="3050438305" sldId="266"/>
        </pc:sldMkLst>
        <pc:spChg chg="mod">
          <ac:chgData name="ROAN BRADLEY - STUDENT" userId="S::g00431243@atu.ie::ea53a0a4-4e86-4f90-8bc4-1665f1cb9e9a" providerId="AD" clId="Web-{A6C3C9EF-0111-EE0A-DCC7-62754E14652D}" dt="2026-02-14T20:18:32.205" v="314" actId="1076"/>
          <ac:spMkLst>
            <pc:docMk/>
            <pc:sldMk cId="3050438305" sldId="266"/>
            <ac:spMk id="2" creationId="{96D2BD9A-C63C-93F2-0287-A6568BEB5A82}"/>
          </ac:spMkLst>
        </pc:spChg>
        <pc:spChg chg="mod">
          <ac:chgData name="ROAN BRADLEY - STUDENT" userId="S::g00431243@atu.ie::ea53a0a4-4e86-4f90-8bc4-1665f1cb9e9a" providerId="AD" clId="Web-{A6C3C9EF-0111-EE0A-DCC7-62754E14652D}" dt="2026-02-14T20:18:34.315" v="315" actId="1076"/>
          <ac:spMkLst>
            <pc:docMk/>
            <pc:sldMk cId="3050438305" sldId="266"/>
            <ac:spMk id="3" creationId="{F3FDB4C6-6F78-777B-4D93-872522586456}"/>
          </ac:spMkLst>
        </pc:spChg>
        <pc:spChg chg="add mod">
          <ac:chgData name="ROAN BRADLEY - STUDENT" userId="S::g00431243@atu.ie::ea53a0a4-4e86-4f90-8bc4-1665f1cb9e9a" providerId="AD" clId="Web-{A6C3C9EF-0111-EE0A-DCC7-62754E14652D}" dt="2026-02-14T20:21:00.599" v="389" actId="20577"/>
          <ac:spMkLst>
            <pc:docMk/>
            <pc:sldMk cId="3050438305" sldId="266"/>
            <ac:spMk id="4" creationId="{2A9A7205-9951-36AC-9E04-2EA29DFDA1E7}"/>
          </ac:spMkLst>
        </pc:spChg>
        <pc:spChg chg="add mod">
          <ac:chgData name="ROAN BRADLEY - STUDENT" userId="S::g00431243@atu.ie::ea53a0a4-4e86-4f90-8bc4-1665f1cb9e9a" providerId="AD" clId="Web-{A6C3C9EF-0111-EE0A-DCC7-62754E14652D}" dt="2026-02-14T20:21:33.289" v="397" actId="1076"/>
          <ac:spMkLst>
            <pc:docMk/>
            <pc:sldMk cId="3050438305" sldId="266"/>
            <ac:spMk id="5" creationId="{6BD69CE2-9A11-0E10-89D4-74CA580610B7}"/>
          </ac:spMkLst>
        </pc:spChg>
        <pc:spChg chg="add mod">
          <ac:chgData name="ROAN BRADLEY - STUDENT" userId="S::g00431243@atu.ie::ea53a0a4-4e86-4f90-8bc4-1665f1cb9e9a" providerId="AD" clId="Web-{A6C3C9EF-0111-EE0A-DCC7-62754E14652D}" dt="2026-02-14T20:19:26.456" v="353" actId="20577"/>
          <ac:spMkLst>
            <pc:docMk/>
            <pc:sldMk cId="3050438305" sldId="266"/>
            <ac:spMk id="6" creationId="{9660BD05-E6F8-3F2C-33AD-F63BC448786F}"/>
          </ac:spMkLst>
        </pc:spChg>
        <pc:spChg chg="add del">
          <ac:chgData name="ROAN BRADLEY - STUDENT" userId="S::g00431243@atu.ie::ea53a0a4-4e86-4f90-8bc4-1665f1cb9e9a" providerId="AD" clId="Web-{A6C3C9EF-0111-EE0A-DCC7-62754E14652D}" dt="2026-02-14T20:18:53.440" v="328"/>
          <ac:spMkLst>
            <pc:docMk/>
            <pc:sldMk cId="3050438305" sldId="266"/>
            <ac:spMk id="7" creationId="{D64237A3-D6BB-612F-0B59-C5CF853B774A}"/>
          </ac:spMkLst>
        </pc:spChg>
        <pc:spChg chg="add mod">
          <ac:chgData name="ROAN BRADLEY - STUDENT" userId="S::g00431243@atu.ie::ea53a0a4-4e86-4f90-8bc4-1665f1cb9e9a" providerId="AD" clId="Web-{A6C3C9EF-0111-EE0A-DCC7-62754E14652D}" dt="2026-02-14T20:19:22.612" v="349" actId="20577"/>
          <ac:spMkLst>
            <pc:docMk/>
            <pc:sldMk cId="3050438305" sldId="266"/>
            <ac:spMk id="8" creationId="{1984ABF5-056D-1F27-E096-28DE592909D4}"/>
          </ac:spMkLst>
        </pc:spChg>
      </pc:sldChg>
      <pc:sldChg chg="addSp delSp modSp">
        <pc:chgData name="ROAN BRADLEY - STUDENT" userId="S::g00431243@atu.ie::ea53a0a4-4e86-4f90-8bc4-1665f1cb9e9a" providerId="AD" clId="Web-{A6C3C9EF-0111-EE0A-DCC7-62754E14652D}" dt="2026-02-14T20:11:15.324" v="276" actId="20577"/>
        <pc:sldMkLst>
          <pc:docMk/>
          <pc:sldMk cId="3633097259" sldId="267"/>
        </pc:sldMkLst>
        <pc:spChg chg="add mod">
          <ac:chgData name="ROAN BRADLEY - STUDENT" userId="S::g00431243@atu.ie::ea53a0a4-4e86-4f90-8bc4-1665f1cb9e9a" providerId="AD" clId="Web-{A6C3C9EF-0111-EE0A-DCC7-62754E14652D}" dt="2026-02-14T20:09:07.617" v="244" actId="20577"/>
          <ac:spMkLst>
            <pc:docMk/>
            <pc:sldMk cId="3633097259" sldId="267"/>
            <ac:spMk id="3" creationId="{FB313095-6997-FCE1-BBEB-8CBC8EBC62E2}"/>
          </ac:spMkLst>
        </pc:spChg>
        <pc:spChg chg="add mod">
          <ac:chgData name="ROAN BRADLEY - STUDENT" userId="S::g00431243@atu.ie::ea53a0a4-4e86-4f90-8bc4-1665f1cb9e9a" providerId="AD" clId="Web-{A6C3C9EF-0111-EE0A-DCC7-62754E14652D}" dt="2026-02-14T20:11:15.324" v="276" actId="20577"/>
          <ac:spMkLst>
            <pc:docMk/>
            <pc:sldMk cId="3633097259" sldId="267"/>
            <ac:spMk id="4" creationId="{E4C46A1E-5B0B-058B-F2EB-8B9F30C52FFB}"/>
          </ac:spMkLst>
        </pc:spChg>
        <pc:spChg chg="mod">
          <ac:chgData name="ROAN BRADLEY - STUDENT" userId="S::g00431243@atu.ie::ea53a0a4-4e86-4f90-8bc4-1665f1cb9e9a" providerId="AD" clId="Web-{A6C3C9EF-0111-EE0A-DCC7-62754E14652D}" dt="2026-02-14T20:09:11.258" v="245" actId="20577"/>
          <ac:spMkLst>
            <pc:docMk/>
            <pc:sldMk cId="3633097259" sldId="267"/>
            <ac:spMk id="5" creationId="{618122B8-914D-1FCD-9CBE-ECB7CB479F00}"/>
          </ac:spMkLst>
        </pc:spChg>
        <pc:spChg chg="mod">
          <ac:chgData name="ROAN BRADLEY - STUDENT" userId="S::g00431243@atu.ie::ea53a0a4-4e86-4f90-8bc4-1665f1cb9e9a" providerId="AD" clId="Web-{A6C3C9EF-0111-EE0A-DCC7-62754E14652D}" dt="2026-02-14T20:03:31.850" v="106" actId="1076"/>
          <ac:spMkLst>
            <pc:docMk/>
            <pc:sldMk cId="3633097259" sldId="267"/>
            <ac:spMk id="7" creationId="{47D627EE-B846-AD5C-D33B-9D567CDF6BE9}"/>
          </ac:spMkLst>
        </pc:spChg>
        <pc:spChg chg="add mod">
          <ac:chgData name="ROAN BRADLEY - STUDENT" userId="S::g00431243@atu.ie::ea53a0a4-4e86-4f90-8bc4-1665f1cb9e9a" providerId="AD" clId="Web-{A6C3C9EF-0111-EE0A-DCC7-62754E14652D}" dt="2026-02-14T20:10:59.245" v="274" actId="20577"/>
          <ac:spMkLst>
            <pc:docMk/>
            <pc:sldMk cId="3633097259" sldId="267"/>
            <ac:spMk id="8" creationId="{BFFA1768-C5BD-B21E-804F-B7271EF4C74C}"/>
          </ac:spMkLst>
        </pc:spChg>
        <pc:spChg chg="add mod">
          <ac:chgData name="ROAN BRADLEY - STUDENT" userId="S::g00431243@atu.ie::ea53a0a4-4e86-4f90-8bc4-1665f1cb9e9a" providerId="AD" clId="Web-{A6C3C9EF-0111-EE0A-DCC7-62754E14652D}" dt="2026-02-14T20:01:39.521" v="62" actId="20577"/>
          <ac:spMkLst>
            <pc:docMk/>
            <pc:sldMk cId="3633097259" sldId="267"/>
            <ac:spMk id="15" creationId="{102320A7-0C16-12E7-AD9D-F7E66F2567E4}"/>
          </ac:spMkLst>
        </pc:spChg>
        <pc:spChg chg="add del">
          <ac:chgData name="ROAN BRADLEY - STUDENT" userId="S::g00431243@atu.ie::ea53a0a4-4e86-4f90-8bc4-1665f1cb9e9a" providerId="AD" clId="Web-{A6C3C9EF-0111-EE0A-DCC7-62754E14652D}" dt="2026-02-14T20:02:03.381" v="64"/>
          <ac:spMkLst>
            <pc:docMk/>
            <pc:sldMk cId="3633097259" sldId="267"/>
            <ac:spMk id="16" creationId="{9B1871A9-DEBA-C55A-678C-3B65BB1B1C93}"/>
          </ac:spMkLst>
        </pc:spChg>
        <pc:spChg chg="add del mod">
          <ac:chgData name="ROAN BRADLEY - STUDENT" userId="S::g00431243@atu.ie::ea53a0a4-4e86-4f90-8bc4-1665f1cb9e9a" providerId="AD" clId="Web-{A6C3C9EF-0111-EE0A-DCC7-62754E14652D}" dt="2026-02-14T20:02:13.412" v="69"/>
          <ac:spMkLst>
            <pc:docMk/>
            <pc:sldMk cId="3633097259" sldId="267"/>
            <ac:spMk id="17" creationId="{6E4EB7C0-61A4-A5CF-552E-D17C24945914}"/>
          </ac:spMkLst>
        </pc:spChg>
        <pc:spChg chg="add mod">
          <ac:chgData name="ROAN BRADLEY - STUDENT" userId="S::g00431243@atu.ie::ea53a0a4-4e86-4f90-8bc4-1665f1cb9e9a" providerId="AD" clId="Web-{A6C3C9EF-0111-EE0A-DCC7-62754E14652D}" dt="2026-02-14T20:02:47.537" v="85" actId="14100"/>
          <ac:spMkLst>
            <pc:docMk/>
            <pc:sldMk cId="3633097259" sldId="267"/>
            <ac:spMk id="18" creationId="{3DE38706-EEF7-0AB1-339E-F4B5F8AFB70E}"/>
          </ac:spMkLst>
        </pc:spChg>
        <pc:spChg chg="add mod">
          <ac:chgData name="ROAN BRADLEY - STUDENT" userId="S::g00431243@atu.ie::ea53a0a4-4e86-4f90-8bc4-1665f1cb9e9a" providerId="AD" clId="Web-{A6C3C9EF-0111-EE0A-DCC7-62754E14652D}" dt="2026-02-14T20:03:14.850" v="105" actId="14100"/>
          <ac:spMkLst>
            <pc:docMk/>
            <pc:sldMk cId="3633097259" sldId="267"/>
            <ac:spMk id="19" creationId="{1ECB1990-4BC4-BE90-7045-942875F9EEBB}"/>
          </ac:spMkLst>
        </pc:spChg>
        <pc:picChg chg="mod ord">
          <ac:chgData name="ROAN BRADLEY - STUDENT" userId="S::g00431243@atu.ie::ea53a0a4-4e86-4f90-8bc4-1665f1cb9e9a" providerId="AD" clId="Web-{A6C3C9EF-0111-EE0A-DCC7-62754E14652D}" dt="2026-02-14T20:11:04.448" v="275" actId="1076"/>
          <ac:picMkLst>
            <pc:docMk/>
            <pc:sldMk cId="3633097259" sldId="267"/>
            <ac:picMk id="6" creationId="{158D205B-8D6C-3821-CB2D-57004636C121}"/>
          </ac:picMkLst>
        </pc:picChg>
        <pc:picChg chg="add mod">
          <ac:chgData name="ROAN BRADLEY - STUDENT" userId="S::g00431243@atu.ie::ea53a0a4-4e86-4f90-8bc4-1665f1cb9e9a" providerId="AD" clId="Web-{A6C3C9EF-0111-EE0A-DCC7-62754E14652D}" dt="2026-02-14T20:00:19.723" v="38" actId="1076"/>
          <ac:picMkLst>
            <pc:docMk/>
            <pc:sldMk cId="3633097259" sldId="267"/>
            <ac:picMk id="9" creationId="{35564253-30E7-23F7-9AD5-72FE58D9325A}"/>
          </ac:picMkLst>
        </pc:picChg>
        <pc:picChg chg="add mod">
          <ac:chgData name="ROAN BRADLEY - STUDENT" userId="S::g00431243@atu.ie::ea53a0a4-4e86-4f90-8bc4-1665f1cb9e9a" providerId="AD" clId="Web-{A6C3C9EF-0111-EE0A-DCC7-62754E14652D}" dt="2026-02-14T20:00:16.504" v="37" actId="1076"/>
          <ac:picMkLst>
            <pc:docMk/>
            <pc:sldMk cId="3633097259" sldId="267"/>
            <ac:picMk id="10" creationId="{477097F4-8695-5BD4-5138-8497BC5C72CF}"/>
          </ac:picMkLst>
        </pc:picChg>
        <pc:picChg chg="add mod">
          <ac:chgData name="ROAN BRADLEY - STUDENT" userId="S::g00431243@atu.ie::ea53a0a4-4e86-4f90-8bc4-1665f1cb9e9a" providerId="AD" clId="Web-{A6C3C9EF-0111-EE0A-DCC7-62754E14652D}" dt="2026-02-14T20:00:35.145" v="44" actId="1076"/>
          <ac:picMkLst>
            <pc:docMk/>
            <pc:sldMk cId="3633097259" sldId="267"/>
            <ac:picMk id="11" creationId="{31310DA5-A45B-DA36-DF8B-E8ED5690F049}"/>
          </ac:picMkLst>
        </pc:picChg>
        <pc:picChg chg="add del mod">
          <ac:chgData name="ROAN BRADLEY - STUDENT" userId="S::g00431243@atu.ie::ea53a0a4-4e86-4f90-8bc4-1665f1cb9e9a" providerId="AD" clId="Web-{A6C3C9EF-0111-EE0A-DCC7-62754E14652D}" dt="2026-02-14T20:00:03.676" v="33"/>
          <ac:picMkLst>
            <pc:docMk/>
            <pc:sldMk cId="3633097259" sldId="267"/>
            <ac:picMk id="12" creationId="{09D93DF0-1D67-35B8-3005-351CEA9FEDE3}"/>
          </ac:picMkLst>
        </pc:picChg>
        <pc:picChg chg="add del mod">
          <ac:chgData name="ROAN BRADLEY - STUDENT" userId="S::g00431243@atu.ie::ea53a0a4-4e86-4f90-8bc4-1665f1cb9e9a" providerId="AD" clId="Web-{A6C3C9EF-0111-EE0A-DCC7-62754E14652D}" dt="2026-02-14T20:00:02.645" v="32"/>
          <ac:picMkLst>
            <pc:docMk/>
            <pc:sldMk cId="3633097259" sldId="267"/>
            <ac:picMk id="13" creationId="{7FC4261B-F1B7-840F-22BA-700145E0C35A}"/>
          </ac:picMkLst>
        </pc:picChg>
        <pc:picChg chg="add del mod">
          <ac:chgData name="ROAN BRADLEY - STUDENT" userId="S::g00431243@atu.ie::ea53a0a4-4e86-4f90-8bc4-1665f1cb9e9a" providerId="AD" clId="Web-{A6C3C9EF-0111-EE0A-DCC7-62754E14652D}" dt="2026-02-14T20:00:02.207" v="31"/>
          <ac:picMkLst>
            <pc:docMk/>
            <pc:sldMk cId="3633097259" sldId="267"/>
            <ac:picMk id="14" creationId="{82F63386-6F3C-5207-9272-DC7C19AFEDCC}"/>
          </ac:picMkLst>
        </pc:picChg>
      </pc:sldChg>
    </pc:docChg>
  </pc:docChgLst>
  <pc:docChgLst>
    <pc:chgData name="ROAN BRADLEY - STUDENT" userId="S::g00431243@atu.ie::ea53a0a4-4e86-4f90-8bc4-1665f1cb9e9a" providerId="AD" clId="Web-{FAEA8863-3AD9-F326-5ED1-D342FAFEF38B}"/>
    <pc:docChg chg="modSld">
      <pc:chgData name="ROAN BRADLEY - STUDENT" userId="S::g00431243@atu.ie::ea53a0a4-4e86-4f90-8bc4-1665f1cb9e9a" providerId="AD" clId="Web-{FAEA8863-3AD9-F326-5ED1-D342FAFEF38B}" dt="2026-02-14T21:10:47.324" v="0" actId="1076"/>
      <pc:docMkLst>
        <pc:docMk/>
      </pc:docMkLst>
      <pc:sldChg chg="modSp">
        <pc:chgData name="ROAN BRADLEY - STUDENT" userId="S::g00431243@atu.ie::ea53a0a4-4e86-4f90-8bc4-1665f1cb9e9a" providerId="AD" clId="Web-{FAEA8863-3AD9-F326-5ED1-D342FAFEF38B}" dt="2026-02-14T21:10:47.324" v="0" actId="1076"/>
        <pc:sldMkLst>
          <pc:docMk/>
          <pc:sldMk cId="3050438305" sldId="266"/>
        </pc:sldMkLst>
        <pc:spChg chg="mod">
          <ac:chgData name="ROAN BRADLEY - STUDENT" userId="S::g00431243@atu.ie::ea53a0a4-4e86-4f90-8bc4-1665f1cb9e9a" providerId="AD" clId="Web-{FAEA8863-3AD9-F326-5ED1-D342FAFEF38B}" dt="2026-02-14T21:10:47.324" v="0" actId="1076"/>
          <ac:spMkLst>
            <pc:docMk/>
            <pc:sldMk cId="3050438305" sldId="266"/>
            <ac:spMk id="4" creationId="{2A9A7205-9951-36AC-9E04-2EA29DFDA1E7}"/>
          </ac:spMkLst>
        </pc:spChg>
      </pc:sldChg>
    </pc:docChg>
  </pc:docChgLst>
  <pc:docChgLst>
    <pc:chgData name="MAKSYMILIAN BREZA - STUDENT" userId="S::g00431096@atu.ie::2913b433-145d-42d9-85e6-36a4e8de39ae" providerId="AD" clId="Web-{0BDD96A1-17C2-95B8-A78E-7A4B450CBEF9}"/>
    <pc:docChg chg="addSld delSld modSld">
      <pc:chgData name="MAKSYMILIAN BREZA - STUDENT" userId="S::g00431096@atu.ie::2913b433-145d-42d9-85e6-36a4e8de39ae" providerId="AD" clId="Web-{0BDD96A1-17C2-95B8-A78E-7A4B450CBEF9}" dt="2026-02-15T20:49:41.297" v="1032" actId="1076"/>
      <pc:docMkLst>
        <pc:docMk/>
      </pc:docMkLst>
      <pc:sldChg chg="del">
        <pc:chgData name="MAKSYMILIAN BREZA - STUDENT" userId="S::g00431096@atu.ie::2913b433-145d-42d9-85e6-36a4e8de39ae" providerId="AD" clId="Web-{0BDD96A1-17C2-95B8-A78E-7A4B450CBEF9}" dt="2026-02-15T20:23:57.828" v="567"/>
        <pc:sldMkLst>
          <pc:docMk/>
          <pc:sldMk cId="2879294046" sldId="261"/>
        </pc:sldMkLst>
      </pc:sldChg>
      <pc:sldChg chg="del">
        <pc:chgData name="MAKSYMILIAN BREZA - STUDENT" userId="S::g00431096@atu.ie::2913b433-145d-42d9-85e6-36a4e8de39ae" providerId="AD" clId="Web-{0BDD96A1-17C2-95B8-A78E-7A4B450CBEF9}" dt="2026-02-15T20:24:15.766" v="568"/>
        <pc:sldMkLst>
          <pc:docMk/>
          <pc:sldMk cId="1991651165" sldId="264"/>
        </pc:sldMkLst>
      </pc:sldChg>
      <pc:sldChg chg="addSp delSp modSp">
        <pc:chgData name="MAKSYMILIAN BREZA - STUDENT" userId="S::g00431096@atu.ie::2913b433-145d-42d9-85e6-36a4e8de39ae" providerId="AD" clId="Web-{0BDD96A1-17C2-95B8-A78E-7A4B450CBEF9}" dt="2026-02-15T20:38:14.993" v="894"/>
        <pc:sldMkLst>
          <pc:docMk/>
          <pc:sldMk cId="2883636348" sldId="269"/>
        </pc:sldMkLst>
        <pc:spChg chg="mod">
          <ac:chgData name="MAKSYMILIAN BREZA - STUDENT" userId="S::g00431096@atu.ie::2913b433-145d-42d9-85e6-36a4e8de39ae" providerId="AD" clId="Web-{0BDD96A1-17C2-95B8-A78E-7A4B450CBEF9}" dt="2026-02-15T20:29:52.199" v="715" actId="1076"/>
          <ac:spMkLst>
            <pc:docMk/>
            <pc:sldMk cId="2883636348" sldId="269"/>
            <ac:spMk id="2" creationId="{160A69C5-3200-6466-8048-4F72684F31FE}"/>
          </ac:spMkLst>
        </pc:spChg>
        <pc:spChg chg="del mod">
          <ac:chgData name="MAKSYMILIAN BREZA - STUDENT" userId="S::g00431096@atu.ie::2913b433-145d-42d9-85e6-36a4e8de39ae" providerId="AD" clId="Web-{0BDD96A1-17C2-95B8-A78E-7A4B450CBEF9}" dt="2026-02-15T20:38:11.540" v="893"/>
          <ac:spMkLst>
            <pc:docMk/>
            <pc:sldMk cId="2883636348" sldId="269"/>
            <ac:spMk id="3" creationId="{AFCADED7-1786-8AED-23A6-379414AE9396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15:21.279" v="281" actId="1076"/>
          <ac:spMkLst>
            <pc:docMk/>
            <pc:sldMk cId="2883636348" sldId="269"/>
            <ac:spMk id="4" creationId="{FEA679E2-80DF-9CB2-522B-D4A80B3BE0DE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15:22.732" v="282" actId="1076"/>
          <ac:spMkLst>
            <pc:docMk/>
            <pc:sldMk cId="2883636348" sldId="269"/>
            <ac:spMk id="5" creationId="{C7337C06-CDB2-1D93-8F29-EABA1EC24EA0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04:26.987" v="129"/>
          <ac:spMkLst>
            <pc:docMk/>
            <pc:sldMk cId="2883636348" sldId="269"/>
            <ac:spMk id="6" creationId="{26BB0F3B-6B44-A67C-DCD0-C404AEEEF0C2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15:46.952" v="303" actId="20577"/>
          <ac:spMkLst>
            <pc:docMk/>
            <pc:sldMk cId="2883636348" sldId="269"/>
            <ac:spMk id="7" creationId="{05DF912D-751C-00CA-6063-2E3238303239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23:22.633" v="566"/>
          <ac:spMkLst>
            <pc:docMk/>
            <pc:sldMk cId="2883636348" sldId="269"/>
            <ac:spMk id="8" creationId="{5BB79C80-DC4E-50A8-30A2-8AC612217D96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19:15.447" v="395"/>
          <ac:spMkLst>
            <pc:docMk/>
            <pc:sldMk cId="2883636348" sldId="269"/>
            <ac:spMk id="9" creationId="{FCA973C0-8495-67DA-52ED-E5AD1A234B22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17:41.928" v="347"/>
          <ac:spMkLst>
            <pc:docMk/>
            <pc:sldMk cId="2883636348" sldId="269"/>
            <ac:spMk id="10" creationId="{C85C21C0-32BB-454A-DC2E-CED33AAAD3C7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19:34.432" v="413" actId="1076"/>
          <ac:spMkLst>
            <pc:docMk/>
            <pc:sldMk cId="2883636348" sldId="269"/>
            <ac:spMk id="22" creationId="{A8A35AE4-3E64-46CD-A235-DB6A0F76D53D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20:55.435" v="496" actId="1076"/>
          <ac:spMkLst>
            <pc:docMk/>
            <pc:sldMk cId="2883636348" sldId="269"/>
            <ac:spMk id="23" creationId="{80DA8846-2A86-7E4E-842E-08C34AF10428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14:19.540" v="251"/>
          <ac:spMkLst>
            <pc:docMk/>
            <pc:sldMk cId="2883636348" sldId="269"/>
            <ac:spMk id="24" creationId="{2E6E5968-EF08-918C-E426-9D20B864F92A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19:15.447" v="394"/>
          <ac:spMkLst>
            <pc:docMk/>
            <pc:sldMk cId="2883636348" sldId="269"/>
            <ac:spMk id="25" creationId="{DDC27D79-8992-95CF-0C66-E69DB3E1F401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21:05.294" v="512" actId="1076"/>
          <ac:spMkLst>
            <pc:docMk/>
            <pc:sldMk cId="2883636348" sldId="269"/>
            <ac:spMk id="26" creationId="{94E8EB7A-C492-9D20-14AA-082B4D2B2CA1}"/>
          </ac:spMkLst>
        </pc:spChg>
        <pc:spChg chg="add mod ord">
          <ac:chgData name="MAKSYMILIAN BREZA - STUDENT" userId="S::g00431096@atu.ie::2913b433-145d-42d9-85e6-36a4e8de39ae" providerId="AD" clId="Web-{0BDD96A1-17C2-95B8-A78E-7A4B450CBEF9}" dt="2026-02-15T20:19:34.416" v="412" actId="1076"/>
          <ac:spMkLst>
            <pc:docMk/>
            <pc:sldMk cId="2883636348" sldId="269"/>
            <ac:spMk id="27" creationId="{EEEF5606-7689-8CD1-39C8-77022DCB17C3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33:19.514" v="834" actId="20577"/>
          <ac:spMkLst>
            <pc:docMk/>
            <pc:sldMk cId="2883636348" sldId="269"/>
            <ac:spMk id="28" creationId="{6447C72C-60AF-DF3A-20C7-3CE2AA1FF66F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19:22.275" v="401" actId="1076"/>
          <ac:spMkLst>
            <pc:docMk/>
            <pc:sldMk cId="2883636348" sldId="269"/>
            <ac:spMk id="29" creationId="{138159BB-CB2D-6F25-6325-2A6B6CB70E6D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20:19.699" v="475" actId="1076"/>
          <ac:spMkLst>
            <pc:docMk/>
            <pc:sldMk cId="2883636348" sldId="269"/>
            <ac:spMk id="30" creationId="{033A4874-223C-0CA8-9F8B-82CD66EF030F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19:42.198" v="420"/>
          <ac:spMkLst>
            <pc:docMk/>
            <pc:sldMk cId="2883636348" sldId="269"/>
            <ac:spMk id="31" creationId="{111EEB99-E9ED-C046-4B57-CF864CD85821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19:40.932" v="419"/>
          <ac:spMkLst>
            <pc:docMk/>
            <pc:sldMk cId="2883636348" sldId="269"/>
            <ac:spMk id="32" creationId="{D2E209F2-41E7-1751-0980-67FED5F75584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19:37.698" v="417" actId="20577"/>
          <ac:spMkLst>
            <pc:docMk/>
            <pc:sldMk cId="2883636348" sldId="269"/>
            <ac:spMk id="33" creationId="{B2C23C3E-D9BE-BADA-6D4E-042762F96351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19:29.385" v="409" actId="1076"/>
          <ac:spMkLst>
            <pc:docMk/>
            <pc:sldMk cId="2883636348" sldId="269"/>
            <ac:spMk id="34" creationId="{E71E74A9-E9E0-F9BD-961D-83090620A121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20:39.950" v="491" actId="1076"/>
          <ac:spMkLst>
            <pc:docMk/>
            <pc:sldMk cId="2883636348" sldId="269"/>
            <ac:spMk id="35" creationId="{65A5D6D9-DB9E-DE99-358C-69BD076F8E10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22:34.718" v="537" actId="1076"/>
          <ac:spMkLst>
            <pc:docMk/>
            <pc:sldMk cId="2883636348" sldId="269"/>
            <ac:spMk id="36" creationId="{84E89B24-1326-C98F-8A5F-274D0BB0A457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21:09.466" v="514" actId="1076"/>
          <ac:spMkLst>
            <pc:docMk/>
            <pc:sldMk cId="2883636348" sldId="269"/>
            <ac:spMk id="37" creationId="{DED731B2-EE6C-0E24-F9D1-BA4C45D9CBB1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22:59.625" v="564" actId="14100"/>
          <ac:spMkLst>
            <pc:docMk/>
            <pc:sldMk cId="2883636348" sldId="269"/>
            <ac:spMk id="44" creationId="{B8645A42-3EE4-345A-03FB-994602FC2F32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38:14.993" v="894"/>
          <ac:spMkLst>
            <pc:docMk/>
            <pc:sldMk cId="2883636348" sldId="269"/>
            <ac:spMk id="46" creationId="{01CE16FA-4397-EE98-2DD6-76C5D466C385}"/>
          </ac:spMkLst>
        </pc:spChg>
        <pc:inkChg chg="add del">
          <ac:chgData name="MAKSYMILIAN BREZA - STUDENT" userId="S::g00431096@atu.ie::2913b433-145d-42d9-85e6-36a4e8de39ae" providerId="AD" clId="Web-{0BDD96A1-17C2-95B8-A78E-7A4B450CBEF9}" dt="2026-02-15T20:07:34.054" v="180"/>
          <ac:inkMkLst>
            <pc:docMk/>
            <pc:sldMk cId="2883636348" sldId="269"/>
            <ac:inkMk id="11" creationId="{3F4D1A66-06E4-F00D-8BB6-58FD55488B33}"/>
          </ac:inkMkLst>
        </pc:inkChg>
        <pc:inkChg chg="add del">
          <ac:chgData name="MAKSYMILIAN BREZA - STUDENT" userId="S::g00431096@atu.ie::2913b433-145d-42d9-85e6-36a4e8de39ae" providerId="AD" clId="Web-{0BDD96A1-17C2-95B8-A78E-7A4B450CBEF9}" dt="2026-02-15T20:07:37.320" v="182"/>
          <ac:inkMkLst>
            <pc:docMk/>
            <pc:sldMk cId="2883636348" sldId="269"/>
            <ac:inkMk id="12" creationId="{C6EB796B-947D-C206-E0B6-B96738648BAD}"/>
          </ac:inkMkLst>
        </pc:inkChg>
        <pc:inkChg chg="add del">
          <ac:chgData name="MAKSYMILIAN BREZA - STUDENT" userId="S::g00431096@atu.ie::2913b433-145d-42d9-85e6-36a4e8de39ae" providerId="AD" clId="Web-{0BDD96A1-17C2-95B8-A78E-7A4B450CBEF9}" dt="2026-02-15T20:07:39.851" v="184"/>
          <ac:inkMkLst>
            <pc:docMk/>
            <pc:sldMk cId="2883636348" sldId="269"/>
            <ac:inkMk id="13" creationId="{5B35F129-1FC4-8DAB-25CE-0604C1BA6D76}"/>
          </ac:inkMkLst>
        </pc:inkChg>
        <pc:inkChg chg="add del">
          <ac:chgData name="MAKSYMILIAN BREZA - STUDENT" userId="S::g00431096@atu.ie::2913b433-145d-42d9-85e6-36a4e8de39ae" providerId="AD" clId="Web-{0BDD96A1-17C2-95B8-A78E-7A4B450CBEF9}" dt="2026-02-15T20:07:44.601" v="186"/>
          <ac:inkMkLst>
            <pc:docMk/>
            <pc:sldMk cId="2883636348" sldId="269"/>
            <ac:inkMk id="14" creationId="{92E69341-695A-22CE-C56B-C28F804754A7}"/>
          </ac:inkMkLst>
        </pc:inkChg>
        <pc:cxnChg chg="add del">
          <ac:chgData name="MAKSYMILIAN BREZA - STUDENT" userId="S::g00431096@atu.ie::2913b433-145d-42d9-85e6-36a4e8de39ae" providerId="AD" clId="Web-{0BDD96A1-17C2-95B8-A78E-7A4B450CBEF9}" dt="2026-02-15T20:07:51.648" v="188"/>
          <ac:cxnSpMkLst>
            <pc:docMk/>
            <pc:sldMk cId="2883636348" sldId="269"/>
            <ac:cxnSpMk id="15" creationId="{A3C5D425-2A66-8876-2088-E8C664D0229C}"/>
          </ac:cxnSpMkLst>
        </pc:cxnChg>
        <pc:cxnChg chg="add del mod">
          <ac:chgData name="MAKSYMILIAN BREZA - STUDENT" userId="S::g00431096@atu.ie::2913b433-145d-42d9-85e6-36a4e8de39ae" providerId="AD" clId="Web-{0BDD96A1-17C2-95B8-A78E-7A4B450CBEF9}" dt="2026-02-15T20:15:16.700" v="277"/>
          <ac:cxnSpMkLst>
            <pc:docMk/>
            <pc:sldMk cId="2883636348" sldId="269"/>
            <ac:cxnSpMk id="16" creationId="{87DE459F-77EA-F700-D606-3F8526F13E28}"/>
          </ac:cxnSpMkLst>
        </pc:cxnChg>
        <pc:cxnChg chg="add del mod">
          <ac:chgData name="MAKSYMILIAN BREZA - STUDENT" userId="S::g00431096@atu.ie::2913b433-145d-42d9-85e6-36a4e8de39ae" providerId="AD" clId="Web-{0BDD96A1-17C2-95B8-A78E-7A4B450CBEF9}" dt="2026-02-15T20:15:18.841" v="279"/>
          <ac:cxnSpMkLst>
            <pc:docMk/>
            <pc:sldMk cId="2883636348" sldId="269"/>
            <ac:cxnSpMk id="17" creationId="{5E1CCC9E-4D06-462A-2727-3D041A03CE04}"/>
          </ac:cxnSpMkLst>
        </pc:cxnChg>
        <pc:cxnChg chg="add del mod">
          <ac:chgData name="MAKSYMILIAN BREZA - STUDENT" userId="S::g00431096@atu.ie::2913b433-145d-42d9-85e6-36a4e8de39ae" providerId="AD" clId="Web-{0BDD96A1-17C2-95B8-A78E-7A4B450CBEF9}" dt="2026-02-15T20:15:28.795" v="286"/>
          <ac:cxnSpMkLst>
            <pc:docMk/>
            <pc:sldMk cId="2883636348" sldId="269"/>
            <ac:cxnSpMk id="18" creationId="{A0311555-8417-1DAC-9EB4-523080C80F26}"/>
          </ac:cxnSpMkLst>
        </pc:cxnChg>
        <pc:cxnChg chg="add del mod">
          <ac:chgData name="MAKSYMILIAN BREZA - STUDENT" userId="S::g00431096@atu.ie::2913b433-145d-42d9-85e6-36a4e8de39ae" providerId="AD" clId="Web-{0BDD96A1-17C2-95B8-A78E-7A4B450CBEF9}" dt="2026-02-15T20:15:18.357" v="278"/>
          <ac:cxnSpMkLst>
            <pc:docMk/>
            <pc:sldMk cId="2883636348" sldId="269"/>
            <ac:cxnSpMk id="19" creationId="{48F2D814-9E02-5403-AA4E-3B09C7086359}"/>
          </ac:cxnSpMkLst>
        </pc:cxnChg>
        <pc:cxnChg chg="add del mod">
          <ac:chgData name="MAKSYMILIAN BREZA - STUDENT" userId="S::g00431096@atu.ie::2913b433-145d-42d9-85e6-36a4e8de39ae" providerId="AD" clId="Web-{0BDD96A1-17C2-95B8-A78E-7A4B450CBEF9}" dt="2026-02-15T20:08:51.633" v="208"/>
          <ac:cxnSpMkLst>
            <pc:docMk/>
            <pc:sldMk cId="2883636348" sldId="269"/>
            <ac:cxnSpMk id="20" creationId="{EFB6BDA2-191D-9C84-B03F-E9D75F5C1F6B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21:32.342" v="516" actId="14100"/>
          <ac:cxnSpMkLst>
            <pc:docMk/>
            <pc:sldMk cId="2883636348" sldId="269"/>
            <ac:cxnSpMk id="21" creationId="{E020F0E7-1D9D-358D-3887-48FB8F2CC936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21:40.827" v="520" actId="14100"/>
          <ac:cxnSpMkLst>
            <pc:docMk/>
            <pc:sldMk cId="2883636348" sldId="269"/>
            <ac:cxnSpMk id="38" creationId="{CA63992C-B1DF-1B9B-12A5-48F3852E99EC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21:49.374" v="523" actId="14100"/>
          <ac:cxnSpMkLst>
            <pc:docMk/>
            <pc:sldMk cId="2883636348" sldId="269"/>
            <ac:cxnSpMk id="39" creationId="{F3824BA7-C4B0-F02C-3399-F2FD354FB295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21:54.967" v="526" actId="14100"/>
          <ac:cxnSpMkLst>
            <pc:docMk/>
            <pc:sldMk cId="2883636348" sldId="269"/>
            <ac:cxnSpMk id="40" creationId="{44939B3A-D445-E4CB-C28B-A64B0B6698DB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22:04.343" v="530" actId="14100"/>
          <ac:cxnSpMkLst>
            <pc:docMk/>
            <pc:sldMk cId="2883636348" sldId="269"/>
            <ac:cxnSpMk id="41" creationId="{4021923E-8917-7B74-9611-1CFF535FCAA1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22:11.327" v="533" actId="14100"/>
          <ac:cxnSpMkLst>
            <pc:docMk/>
            <pc:sldMk cId="2883636348" sldId="269"/>
            <ac:cxnSpMk id="42" creationId="{FED7BD3E-9BAF-7C2F-CC15-290B138079F1}"/>
          </ac:cxnSpMkLst>
        </pc:cxnChg>
        <pc:cxnChg chg="add del mod">
          <ac:chgData name="MAKSYMILIAN BREZA - STUDENT" userId="S::g00431096@atu.ie::2913b433-145d-42d9-85e6-36a4e8de39ae" providerId="AD" clId="Web-{0BDD96A1-17C2-95B8-A78E-7A4B450CBEF9}" dt="2026-02-15T20:22:40.844" v="539"/>
          <ac:cxnSpMkLst>
            <pc:docMk/>
            <pc:sldMk cId="2883636348" sldId="269"/>
            <ac:cxnSpMk id="43" creationId="{E5AF6787-2385-CBDA-7E40-FC75685BC481}"/>
          </ac:cxnSpMkLst>
        </pc:cxnChg>
      </pc:sldChg>
      <pc:sldChg chg="addSp delSp modSp">
        <pc:chgData name="MAKSYMILIAN BREZA - STUDENT" userId="S::g00431096@atu.ie::2913b433-145d-42d9-85e6-36a4e8de39ae" providerId="AD" clId="Web-{0BDD96A1-17C2-95B8-A78E-7A4B450CBEF9}" dt="2026-02-15T20:33:50.736" v="865" actId="1076"/>
        <pc:sldMkLst>
          <pc:docMk/>
          <pc:sldMk cId="971241128" sldId="270"/>
        </pc:sldMkLst>
        <pc:spChg chg="mod">
          <ac:chgData name="MAKSYMILIAN BREZA - STUDENT" userId="S::g00431096@atu.ie::2913b433-145d-42d9-85e6-36a4e8de39ae" providerId="AD" clId="Web-{0BDD96A1-17C2-95B8-A78E-7A4B450CBEF9}" dt="2026-02-15T20:30:22.028" v="744" actId="14100"/>
          <ac:spMkLst>
            <pc:docMk/>
            <pc:sldMk cId="971241128" sldId="270"/>
            <ac:spMk id="3" creationId="{C1CC2CE2-B90D-E370-BC85-0DB7CED747A9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32:42.449" v="818"/>
          <ac:spMkLst>
            <pc:docMk/>
            <pc:sldMk cId="971241128" sldId="270"/>
            <ac:spMk id="5" creationId="{D6DB8D07-7921-864B-A546-F4F15A40A778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32:15.247" v="812"/>
          <ac:spMkLst>
            <pc:docMk/>
            <pc:sldMk cId="971241128" sldId="270"/>
            <ac:spMk id="7" creationId="{61961AD7-F556-3F87-1DFB-CA800F890E63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33:32.828" v="836" actId="1076"/>
          <ac:spMkLst>
            <pc:docMk/>
            <pc:sldMk cId="971241128" sldId="270"/>
            <ac:spMk id="9" creationId="{B18E3CC9-C774-9FAC-B3A3-245EFD62828C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32:16.606" v="814"/>
          <ac:spMkLst>
            <pc:docMk/>
            <pc:sldMk cId="971241128" sldId="270"/>
            <ac:spMk id="11" creationId="{C6F0BCAA-79BC-67BB-DA35-CCD8C35B02ED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30:33.919" v="767" actId="20577"/>
          <ac:spMkLst>
            <pc:docMk/>
            <pc:sldMk cId="971241128" sldId="270"/>
            <ac:spMk id="13" creationId="{112D7A5E-71FA-364A-8F09-B54A35D13CB0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32:16.122" v="813"/>
          <ac:spMkLst>
            <pc:docMk/>
            <pc:sldMk cId="971241128" sldId="270"/>
            <ac:spMk id="15" creationId="{26A77A9F-BD1C-7428-D4D7-AF4E8CE157A4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32:43.121" v="819"/>
          <ac:spMkLst>
            <pc:docMk/>
            <pc:sldMk cId="971241128" sldId="270"/>
            <ac:spMk id="16" creationId="{5EBBF4E0-C73A-692A-8814-7AFF82467681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32:22.153" v="816" actId="1076"/>
          <ac:spMkLst>
            <pc:docMk/>
            <pc:sldMk cId="971241128" sldId="270"/>
            <ac:spMk id="17" creationId="{0E75183D-EA4B-BFBA-CFD7-F350BA8B86A5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31:49.247" v="803" actId="1076"/>
          <ac:spMkLst>
            <pc:docMk/>
            <pc:sldMk cId="971241128" sldId="270"/>
            <ac:spMk id="18" creationId="{62663F01-5E07-5627-35FA-372F8CB2AB69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32:25.731" v="817" actId="1076"/>
          <ac:spMkLst>
            <pc:docMk/>
            <pc:sldMk cId="971241128" sldId="270"/>
            <ac:spMk id="19" creationId="{3724BF89-1C01-99DC-2C55-730F1F371B2C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30:32.231" v="761" actId="20577"/>
          <ac:spMkLst>
            <pc:docMk/>
            <pc:sldMk cId="971241128" sldId="270"/>
            <ac:spMk id="20" creationId="{DC80BFBF-EC71-5926-9790-7470B5994925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31:35.138" v="792"/>
          <ac:spMkLst>
            <pc:docMk/>
            <pc:sldMk cId="971241128" sldId="270"/>
            <ac:spMk id="21" creationId="{AC34664E-C2CA-B8D8-E077-B6D4ED5A4123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31:51.966" v="804" actId="1076"/>
          <ac:spMkLst>
            <pc:docMk/>
            <pc:sldMk cId="971241128" sldId="270"/>
            <ac:spMk id="22" creationId="{FD5FF073-5D19-F6A5-0C34-BF9DD8E86B46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33:28.922" v="835"/>
          <ac:spMkLst>
            <pc:docMk/>
            <pc:sldMk cId="971241128" sldId="270"/>
            <ac:spMk id="23" creationId="{476D1FC6-68EF-4324-531B-DA20230BD50B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33:50.736" v="865" actId="1076"/>
          <ac:spMkLst>
            <pc:docMk/>
            <pc:sldMk cId="971241128" sldId="270"/>
            <ac:spMk id="24" creationId="{BBF6F110-F1B7-860D-F18B-BBAB26CC7514}"/>
          </ac:spMkLst>
        </pc:spChg>
      </pc:sldChg>
      <pc:sldChg chg="addSp delSp modSp">
        <pc:chgData name="MAKSYMILIAN BREZA - STUDENT" userId="S::g00431096@atu.ie::2913b433-145d-42d9-85e6-36a4e8de39ae" providerId="AD" clId="Web-{0BDD96A1-17C2-95B8-A78E-7A4B450CBEF9}" dt="2026-02-15T20:49:41.297" v="1032" actId="1076"/>
        <pc:sldMkLst>
          <pc:docMk/>
          <pc:sldMk cId="1763150215" sldId="271"/>
        </pc:sldMkLst>
        <pc:spChg chg="mod">
          <ac:chgData name="MAKSYMILIAN BREZA - STUDENT" userId="S::g00431096@atu.ie::2913b433-145d-42d9-85e6-36a4e8de39ae" providerId="AD" clId="Web-{0BDD96A1-17C2-95B8-A78E-7A4B450CBEF9}" dt="2026-02-15T20:46:14.155" v="906" actId="20577"/>
          <ac:spMkLst>
            <pc:docMk/>
            <pc:sldMk cId="1763150215" sldId="271"/>
            <ac:spMk id="2" creationId="{00F197D4-31FC-2BD9-01B3-3CA23CE1569D}"/>
          </ac:spMkLst>
        </pc:spChg>
        <pc:spChg chg="del mod">
          <ac:chgData name="MAKSYMILIAN BREZA - STUDENT" userId="S::g00431096@atu.ie::2913b433-145d-42d9-85e6-36a4e8de39ae" providerId="AD" clId="Web-{0BDD96A1-17C2-95B8-A78E-7A4B450CBEF9}" dt="2026-02-15T20:47:15.327" v="932"/>
          <ac:spMkLst>
            <pc:docMk/>
            <pc:sldMk cId="1763150215" sldId="271"/>
            <ac:spMk id="3" creationId="{05E27C24-728C-DBDD-7060-62977C4A670D}"/>
          </ac:spMkLst>
        </pc:spChg>
        <pc:spChg chg="add del">
          <ac:chgData name="MAKSYMILIAN BREZA - STUDENT" userId="S::g00431096@atu.ie::2913b433-145d-42d9-85e6-36a4e8de39ae" providerId="AD" clId="Web-{0BDD96A1-17C2-95B8-A78E-7A4B450CBEF9}" dt="2026-02-15T20:47:15.249" v="931"/>
          <ac:spMkLst>
            <pc:docMk/>
            <pc:sldMk cId="1763150215" sldId="271"/>
            <ac:spMk id="5" creationId="{E9C20FB2-8546-E778-67F4-88212EF79465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49:31.125" v="1014" actId="1076"/>
          <ac:spMkLst>
            <pc:docMk/>
            <pc:sldMk cId="1763150215" sldId="271"/>
            <ac:spMk id="7" creationId="{75B020B8-CB1F-DADE-9F23-16D89C8DAC74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49:31.141" v="1015" actId="1076"/>
          <ac:spMkLst>
            <pc:docMk/>
            <pc:sldMk cId="1763150215" sldId="271"/>
            <ac:spMk id="9" creationId="{2E6C4B41-F115-B1B7-7B1C-1196D827F62F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49:31.156" v="1016" actId="1076"/>
          <ac:spMkLst>
            <pc:docMk/>
            <pc:sldMk cId="1763150215" sldId="271"/>
            <ac:spMk id="11" creationId="{98F53190-DAED-DC5A-E650-E68C831F7DEA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49:31.172" v="1017" actId="1076"/>
          <ac:spMkLst>
            <pc:docMk/>
            <pc:sldMk cId="1763150215" sldId="271"/>
            <ac:spMk id="13" creationId="{05BF2FF4-0B42-FEC9-8044-2D626A4D319C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49:31.203" v="1019" actId="1076"/>
          <ac:spMkLst>
            <pc:docMk/>
            <pc:sldMk cId="1763150215" sldId="271"/>
            <ac:spMk id="17" creationId="{DE39A017-CE04-BD21-FC66-FD724F065F26}"/>
          </ac:spMkLst>
        </pc:spChg>
        <pc:spChg chg="add del">
          <ac:chgData name="MAKSYMILIAN BREZA - STUDENT" userId="S::g00431096@atu.ie::2913b433-145d-42d9-85e6-36a4e8de39ae" providerId="AD" clId="Web-{0BDD96A1-17C2-95B8-A78E-7A4B450CBEF9}" dt="2026-02-15T20:47:16.609" v="935"/>
          <ac:spMkLst>
            <pc:docMk/>
            <pc:sldMk cId="1763150215" sldId="271"/>
            <ac:spMk id="19" creationId="{4CC9B25D-2BDA-94D3-FED4-823A20479F4C}"/>
          </ac:spMkLst>
        </pc:spChg>
        <pc:spChg chg="add del">
          <ac:chgData name="MAKSYMILIAN BREZA - STUDENT" userId="S::g00431096@atu.ie::2913b433-145d-42d9-85e6-36a4e8de39ae" providerId="AD" clId="Web-{0BDD96A1-17C2-95B8-A78E-7A4B450CBEF9}" dt="2026-02-15T20:47:17.155" v="936"/>
          <ac:spMkLst>
            <pc:docMk/>
            <pc:sldMk cId="1763150215" sldId="271"/>
            <ac:spMk id="21" creationId="{5F2C1365-8BB6-3706-D4F8-461C51E2A2B6}"/>
          </ac:spMkLst>
        </pc:spChg>
        <pc:spChg chg="add del">
          <ac:chgData name="MAKSYMILIAN BREZA - STUDENT" userId="S::g00431096@atu.ie::2913b433-145d-42d9-85e6-36a4e8de39ae" providerId="AD" clId="Web-{0BDD96A1-17C2-95B8-A78E-7A4B450CBEF9}" dt="2026-02-15T20:47:15.249" v="930"/>
          <ac:spMkLst>
            <pc:docMk/>
            <pc:sldMk cId="1763150215" sldId="271"/>
            <ac:spMk id="23" creationId="{2003BAB7-13AA-5660-1BA5-23FD050DC6FF}"/>
          </ac:spMkLst>
        </pc:spChg>
        <pc:spChg chg="add del">
          <ac:chgData name="MAKSYMILIAN BREZA - STUDENT" userId="S::g00431096@atu.ie::2913b433-145d-42d9-85e6-36a4e8de39ae" providerId="AD" clId="Web-{0BDD96A1-17C2-95B8-A78E-7A4B450CBEF9}" dt="2026-02-15T20:47:17.905" v="940"/>
          <ac:spMkLst>
            <pc:docMk/>
            <pc:sldMk cId="1763150215" sldId="271"/>
            <ac:spMk id="25" creationId="{5E0122B5-88C2-A690-690C-B4670AC623C1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49:31.203" v="1020" actId="1076"/>
          <ac:spMkLst>
            <pc:docMk/>
            <pc:sldMk cId="1763150215" sldId="271"/>
            <ac:spMk id="27" creationId="{4A36F1D0-A0AA-C0F6-26D2-C5D63B1E0523}"/>
          </ac:spMkLst>
        </pc:spChg>
        <pc:spChg chg="add del">
          <ac:chgData name="MAKSYMILIAN BREZA - STUDENT" userId="S::g00431096@atu.ie::2913b433-145d-42d9-85e6-36a4e8de39ae" providerId="AD" clId="Web-{0BDD96A1-17C2-95B8-A78E-7A4B450CBEF9}" dt="2026-02-15T20:47:17.905" v="939"/>
          <ac:spMkLst>
            <pc:docMk/>
            <pc:sldMk cId="1763150215" sldId="271"/>
            <ac:spMk id="29" creationId="{67B163D1-C247-28B4-0349-9C1FBCF34D38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49:31.219" v="1021" actId="1076"/>
          <ac:spMkLst>
            <pc:docMk/>
            <pc:sldMk cId="1763150215" sldId="271"/>
            <ac:spMk id="31" creationId="{766D50A2-230B-B687-9D71-157B39AA8F9C}"/>
          </ac:spMkLst>
        </pc:spChg>
        <pc:spChg chg="add del">
          <ac:chgData name="MAKSYMILIAN BREZA - STUDENT" userId="S::g00431096@atu.ie::2913b433-145d-42d9-85e6-36a4e8de39ae" providerId="AD" clId="Web-{0BDD96A1-17C2-95B8-A78E-7A4B450CBEF9}" dt="2026-02-15T20:47:17.905" v="938"/>
          <ac:spMkLst>
            <pc:docMk/>
            <pc:sldMk cId="1763150215" sldId="271"/>
            <ac:spMk id="33" creationId="{7AE920AD-6420-315C-0C82-4C0FF3525167}"/>
          </ac:spMkLst>
        </pc:spChg>
        <pc:spChg chg="add del">
          <ac:chgData name="MAKSYMILIAN BREZA - STUDENT" userId="S::g00431096@atu.ie::2913b433-145d-42d9-85e6-36a4e8de39ae" providerId="AD" clId="Web-{0BDD96A1-17C2-95B8-A78E-7A4B450CBEF9}" dt="2026-02-15T20:47:18.437" v="941"/>
          <ac:spMkLst>
            <pc:docMk/>
            <pc:sldMk cId="1763150215" sldId="271"/>
            <ac:spMk id="35" creationId="{8E97B344-0446-0487-819A-A3031B9A0E9F}"/>
          </ac:spMkLst>
        </pc:spChg>
        <pc:spChg chg="add del">
          <ac:chgData name="MAKSYMILIAN BREZA - STUDENT" userId="S::g00431096@atu.ie::2913b433-145d-42d9-85e6-36a4e8de39ae" providerId="AD" clId="Web-{0BDD96A1-17C2-95B8-A78E-7A4B450CBEF9}" dt="2026-02-15T20:47:16.609" v="934"/>
          <ac:spMkLst>
            <pc:docMk/>
            <pc:sldMk cId="1763150215" sldId="271"/>
            <ac:spMk id="37" creationId="{17E9A155-408F-9836-3EF1-95981C116DD4}"/>
          </ac:spMkLst>
        </pc:spChg>
        <pc:spChg chg="add del">
          <ac:chgData name="MAKSYMILIAN BREZA - STUDENT" userId="S::g00431096@atu.ie::2913b433-145d-42d9-85e6-36a4e8de39ae" providerId="AD" clId="Web-{0BDD96A1-17C2-95B8-A78E-7A4B450CBEF9}" dt="2026-02-15T20:47:17.905" v="937"/>
          <ac:spMkLst>
            <pc:docMk/>
            <pc:sldMk cId="1763150215" sldId="271"/>
            <ac:spMk id="49" creationId="{BC90C4B8-D8C2-FB6F-AB4D-59F7D8F68859}"/>
          </ac:spMkLst>
        </pc:spChg>
        <pc:spChg chg="add del mod">
          <ac:chgData name="MAKSYMILIAN BREZA - STUDENT" userId="S::g00431096@atu.ie::2913b433-145d-42d9-85e6-36a4e8de39ae" providerId="AD" clId="Web-{0BDD96A1-17C2-95B8-A78E-7A4B450CBEF9}" dt="2026-02-15T20:47:16.609" v="933"/>
          <ac:spMkLst>
            <pc:docMk/>
            <pc:sldMk cId="1763150215" sldId="271"/>
            <ac:spMk id="51" creationId="{F1952037-0926-3E97-0A34-08C20EB8CB1F}"/>
          </ac:spMkLst>
        </pc:spChg>
        <pc:spChg chg="add mod">
          <ac:chgData name="MAKSYMILIAN BREZA - STUDENT" userId="S::g00431096@atu.ie::2913b433-145d-42d9-85e6-36a4e8de39ae" providerId="AD" clId="Web-{0BDD96A1-17C2-95B8-A78E-7A4B450CBEF9}" dt="2026-02-15T20:49:41.297" v="1032" actId="1076"/>
          <ac:spMkLst>
            <pc:docMk/>
            <pc:sldMk cId="1763150215" sldId="271"/>
            <ac:spMk id="52" creationId="{2402D555-9203-7269-286B-E0A1C0AAD5DA}"/>
          </ac:spMkLst>
        </pc:spChg>
        <pc:cxnChg chg="add mod">
          <ac:chgData name="MAKSYMILIAN BREZA - STUDENT" userId="S::g00431096@atu.ie::2913b433-145d-42d9-85e6-36a4e8de39ae" providerId="AD" clId="Web-{0BDD96A1-17C2-95B8-A78E-7A4B450CBEF9}" dt="2026-02-15T20:49:31.187" v="1018" actId="1076"/>
          <ac:cxnSpMkLst>
            <pc:docMk/>
            <pc:sldMk cId="1763150215" sldId="271"/>
            <ac:cxnSpMk id="15" creationId="{E247EAC8-E3F7-AF61-03DA-DB9AFB076274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49:31.234" v="1022" actId="1076"/>
          <ac:cxnSpMkLst>
            <pc:docMk/>
            <pc:sldMk cId="1763150215" sldId="271"/>
            <ac:cxnSpMk id="39" creationId="{D11837F2-473A-7DF1-C7D7-F03C45D23874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49:31.234" v="1023" actId="1076"/>
          <ac:cxnSpMkLst>
            <pc:docMk/>
            <pc:sldMk cId="1763150215" sldId="271"/>
            <ac:cxnSpMk id="41" creationId="{972010C7-6770-FDA2-4303-FED3EABB8136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49:31.250" v="1024" actId="1076"/>
          <ac:cxnSpMkLst>
            <pc:docMk/>
            <pc:sldMk cId="1763150215" sldId="271"/>
            <ac:cxnSpMk id="43" creationId="{A8082F9F-B3D3-BACE-32E1-5FECB4DDF894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49:31.250" v="1025" actId="1076"/>
          <ac:cxnSpMkLst>
            <pc:docMk/>
            <pc:sldMk cId="1763150215" sldId="271"/>
            <ac:cxnSpMk id="45" creationId="{6FDA4E5D-224B-8311-2326-DAF44D3C06FE}"/>
          </ac:cxnSpMkLst>
        </pc:cxnChg>
        <pc:cxnChg chg="add mod">
          <ac:chgData name="MAKSYMILIAN BREZA - STUDENT" userId="S::g00431096@atu.ie::2913b433-145d-42d9-85e6-36a4e8de39ae" providerId="AD" clId="Web-{0BDD96A1-17C2-95B8-A78E-7A4B450CBEF9}" dt="2026-02-15T20:49:31.266" v="1026" actId="1076"/>
          <ac:cxnSpMkLst>
            <pc:docMk/>
            <pc:sldMk cId="1763150215" sldId="271"/>
            <ac:cxnSpMk id="47" creationId="{247E8D29-ECA9-080E-D7E8-F39008B7110F}"/>
          </ac:cxnSpMkLst>
        </pc:cxnChg>
      </pc:sldChg>
      <pc:sldChg chg="new del">
        <pc:chgData name="MAKSYMILIAN BREZA - STUDENT" userId="S::g00431096@atu.ie::2913b433-145d-42d9-85e6-36a4e8de39ae" providerId="AD" clId="Web-{0BDD96A1-17C2-95B8-A78E-7A4B450CBEF9}" dt="2026-02-15T20:48:30.046" v="998"/>
        <pc:sldMkLst>
          <pc:docMk/>
          <pc:sldMk cId="4277907194" sldId="272"/>
        </pc:sldMkLst>
      </pc:sldChg>
    </pc:docChg>
  </pc:docChgLst>
  <pc:docChgLst>
    <pc:chgData name="CALLUM STEWART - STUDENT" userId="d0785f23-6985-4e80-80c2-c58449afad4f" providerId="ADAL" clId="{625F6A9E-DF09-4ABC-AE86-8C3C0D552B11}"/>
    <pc:docChg chg="custSel modSld">
      <pc:chgData name="CALLUM STEWART - STUDENT" userId="d0785f23-6985-4e80-80c2-c58449afad4f" providerId="ADAL" clId="{625F6A9E-DF09-4ABC-AE86-8C3C0D552B11}" dt="2026-02-12T11:52:03.770" v="15" actId="14100"/>
      <pc:docMkLst>
        <pc:docMk/>
      </pc:docMkLst>
      <pc:sldChg chg="modSp mod">
        <pc:chgData name="CALLUM STEWART - STUDENT" userId="d0785f23-6985-4e80-80c2-c58449afad4f" providerId="ADAL" clId="{625F6A9E-DF09-4ABC-AE86-8C3C0D552B11}" dt="2026-02-12T11:51:27.274" v="13" actId="27636"/>
        <pc:sldMkLst>
          <pc:docMk/>
          <pc:sldMk cId="3701724481" sldId="256"/>
        </pc:sldMkLst>
        <pc:spChg chg="mod">
          <ac:chgData name="CALLUM STEWART - STUDENT" userId="d0785f23-6985-4e80-80c2-c58449afad4f" providerId="ADAL" clId="{625F6A9E-DF09-4ABC-AE86-8C3C0D552B11}" dt="2026-02-12T11:51:27.274" v="13" actId="27636"/>
          <ac:spMkLst>
            <pc:docMk/>
            <pc:sldMk cId="3701724481" sldId="256"/>
            <ac:spMk id="2" creationId="{67FA3CF2-9A6E-C4C6-A885-C9930D955719}"/>
          </ac:spMkLst>
        </pc:spChg>
      </pc:sldChg>
      <pc:sldChg chg="modSp mod">
        <pc:chgData name="CALLUM STEWART - STUDENT" userId="d0785f23-6985-4e80-80c2-c58449afad4f" providerId="ADAL" clId="{625F6A9E-DF09-4ABC-AE86-8C3C0D552B11}" dt="2026-02-12T11:51:03.665" v="11" actId="20577"/>
        <pc:sldMkLst>
          <pc:docMk/>
          <pc:sldMk cId="560041998" sldId="257"/>
        </pc:sldMkLst>
        <pc:spChg chg="mod">
          <ac:chgData name="CALLUM STEWART - STUDENT" userId="d0785f23-6985-4e80-80c2-c58449afad4f" providerId="ADAL" clId="{625F6A9E-DF09-4ABC-AE86-8C3C0D552B11}" dt="2026-02-12T11:51:03.665" v="11" actId="20577"/>
          <ac:spMkLst>
            <pc:docMk/>
            <pc:sldMk cId="560041998" sldId="257"/>
            <ac:spMk id="2" creationId="{0ADFD454-841B-2F79-2DD1-9EC1D447A8DA}"/>
          </ac:spMkLst>
        </pc:spChg>
      </pc:sldChg>
      <pc:sldChg chg="modSp mod">
        <pc:chgData name="CALLUM STEWART - STUDENT" userId="d0785f23-6985-4e80-80c2-c58449afad4f" providerId="ADAL" clId="{625F6A9E-DF09-4ABC-AE86-8C3C0D552B11}" dt="2026-02-12T11:52:03.770" v="15" actId="14100"/>
        <pc:sldMkLst>
          <pc:docMk/>
          <pc:sldMk cId="3832151961" sldId="260"/>
        </pc:sldMkLst>
        <pc:spChg chg="mod">
          <ac:chgData name="CALLUM STEWART - STUDENT" userId="d0785f23-6985-4e80-80c2-c58449afad4f" providerId="ADAL" clId="{625F6A9E-DF09-4ABC-AE86-8C3C0D552B11}" dt="2026-02-12T11:51:50.080" v="14" actId="14100"/>
          <ac:spMkLst>
            <pc:docMk/>
            <pc:sldMk cId="3832151961" sldId="260"/>
            <ac:spMk id="2" creationId="{E57425F7-2919-47FE-68BE-AC27F16E5CF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tlantictu-my.sharepoint.com/personal/g00431243_atu_ie/Documents/Car%20Presentation_Pi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0D8-433D-A6D9-283A5A58F8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0D8-433D-A6D9-283A5A58F8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0D8-433D-A6D9-283A5A58F81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0D8-433D-A6D9-283A5A58F81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0D8-433D-A6D9-283A5A58F81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MarketPlace Liquidity</c:v>
                </c:pt>
                <c:pt idx="1">
                  <c:v>Liability Risks</c:v>
                </c:pt>
                <c:pt idx="2">
                  <c:v>Competition</c:v>
                </c:pt>
                <c:pt idx="3">
                  <c:v>Fruad &amp; Trust Issues</c:v>
                </c:pt>
                <c:pt idx="4">
                  <c:v>Legal Barriers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30</c:v>
                </c:pt>
                <c:pt idx="2">
                  <c:v>10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85-46EE-9A66-E6A9C2064D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E79FB0-B28B-47B5-8643-96B9EABE300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E6A5E7-E4F1-45C1-A98F-D24648092F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What We Do</a:t>
          </a:r>
        </a:p>
      </dgm:t>
    </dgm:pt>
    <dgm:pt modelId="{77A6E56C-9D9E-44BD-9ADB-B597E8E70EE7}" type="parTrans" cxnId="{9265A191-14B5-4288-B366-FCEF50478631}">
      <dgm:prSet/>
      <dgm:spPr/>
      <dgm:t>
        <a:bodyPr/>
        <a:lstStyle/>
        <a:p>
          <a:endParaRPr lang="en-US"/>
        </a:p>
      </dgm:t>
    </dgm:pt>
    <dgm:pt modelId="{BAAD89FB-D3FC-4FAD-B7DB-F378A986C96F}" type="sibTrans" cxnId="{9265A191-14B5-4288-B366-FCEF50478631}">
      <dgm:prSet/>
      <dgm:spPr/>
      <dgm:t>
        <a:bodyPr/>
        <a:lstStyle/>
        <a:p>
          <a:endParaRPr lang="en-US"/>
        </a:p>
      </dgm:t>
    </dgm:pt>
    <dgm:pt modelId="{4ECB8972-1B45-4267-B931-C5517679A8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Turn unused cars into passive income</a:t>
          </a:r>
        </a:p>
      </dgm:t>
    </dgm:pt>
    <dgm:pt modelId="{1FB04A03-137C-4194-84DE-7204BD9B1FE0}" type="parTrans" cxnId="{21443CD8-7BF8-439A-8831-5C2C607D1657}">
      <dgm:prSet/>
      <dgm:spPr/>
      <dgm:t>
        <a:bodyPr/>
        <a:lstStyle/>
        <a:p>
          <a:endParaRPr lang="en-US"/>
        </a:p>
      </dgm:t>
    </dgm:pt>
    <dgm:pt modelId="{6A62BBF8-0977-4500-91A0-4615F006650C}" type="sibTrans" cxnId="{21443CD8-7BF8-439A-8831-5C2C607D1657}">
      <dgm:prSet/>
      <dgm:spPr/>
      <dgm:t>
        <a:bodyPr/>
        <a:lstStyle/>
        <a:p>
          <a:endParaRPr lang="en-US"/>
        </a:p>
      </dgm:t>
    </dgm:pt>
    <dgm:pt modelId="{AEE91A2F-8C83-489F-BBA4-2A00CE660A0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How We Do It</a:t>
          </a:r>
        </a:p>
      </dgm:t>
    </dgm:pt>
    <dgm:pt modelId="{319DFC26-E3A6-43AC-BA40-9C7FB5C48012}" type="parTrans" cxnId="{C1A5A61B-0DB6-4916-BECC-9DB74AE18D84}">
      <dgm:prSet/>
      <dgm:spPr/>
      <dgm:t>
        <a:bodyPr/>
        <a:lstStyle/>
        <a:p>
          <a:endParaRPr lang="en-US"/>
        </a:p>
      </dgm:t>
    </dgm:pt>
    <dgm:pt modelId="{402D7C56-44A6-40B0-8CAA-044CC54BF9F5}" type="sibTrans" cxnId="{C1A5A61B-0DB6-4916-BECC-9DB74AE18D84}">
      <dgm:prSet/>
      <dgm:spPr/>
      <dgm:t>
        <a:bodyPr/>
        <a:lstStyle/>
        <a:p>
          <a:endParaRPr lang="en-US"/>
        </a:p>
      </dgm:t>
    </dgm:pt>
    <dgm:pt modelId="{CAE2426A-0E15-4F3B-B253-30CB149678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connect car owners and renters through a trusted peer-to-peer marketplace, making transportation affordable and flexible</a:t>
          </a:r>
        </a:p>
      </dgm:t>
    </dgm:pt>
    <dgm:pt modelId="{F00D3D19-951B-4796-BFDD-C1691540FE2D}" type="parTrans" cxnId="{E7EDAB66-43CD-437F-8AD6-C316433C32C6}">
      <dgm:prSet/>
      <dgm:spPr/>
      <dgm:t>
        <a:bodyPr/>
        <a:lstStyle/>
        <a:p>
          <a:endParaRPr lang="en-US"/>
        </a:p>
      </dgm:t>
    </dgm:pt>
    <dgm:pt modelId="{D56699C3-B94A-49B0-AC11-309EB2E24B5D}" type="sibTrans" cxnId="{E7EDAB66-43CD-437F-8AD6-C316433C32C6}">
      <dgm:prSet/>
      <dgm:spPr/>
      <dgm:t>
        <a:bodyPr/>
        <a:lstStyle/>
        <a:p>
          <a:endParaRPr lang="en-US"/>
        </a:p>
      </dgm:t>
    </dgm:pt>
    <dgm:pt modelId="{A2D89B79-4690-4F92-9E11-7DF5A26C39CA}" type="pres">
      <dgm:prSet presAssocID="{8EE79FB0-B28B-47B5-8643-96B9EABE3003}" presName="root" presStyleCnt="0">
        <dgm:presLayoutVars>
          <dgm:dir/>
          <dgm:resizeHandles val="exact"/>
        </dgm:presLayoutVars>
      </dgm:prSet>
      <dgm:spPr/>
    </dgm:pt>
    <dgm:pt modelId="{A9CFC62F-6741-4D4F-9ACD-D4544CE25F28}" type="pres">
      <dgm:prSet presAssocID="{DAE6A5E7-E4F1-45C1-A98F-D24648092FE7}" presName="compNode" presStyleCnt="0"/>
      <dgm:spPr/>
    </dgm:pt>
    <dgm:pt modelId="{26EA8C1E-DF1F-482E-ACE3-78999DEC9941}" type="pres">
      <dgm:prSet presAssocID="{DAE6A5E7-E4F1-45C1-A98F-D24648092FE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2B9AF57F-B080-441B-9952-7DF6A41D6526}" type="pres">
      <dgm:prSet presAssocID="{DAE6A5E7-E4F1-45C1-A98F-D24648092FE7}" presName="iconSpace" presStyleCnt="0"/>
      <dgm:spPr/>
    </dgm:pt>
    <dgm:pt modelId="{9F68DACA-9A78-4AE6-BB51-71FF320936D2}" type="pres">
      <dgm:prSet presAssocID="{DAE6A5E7-E4F1-45C1-A98F-D24648092FE7}" presName="parTx" presStyleLbl="revTx" presStyleIdx="0" presStyleCnt="4">
        <dgm:presLayoutVars>
          <dgm:chMax val="0"/>
          <dgm:chPref val="0"/>
        </dgm:presLayoutVars>
      </dgm:prSet>
      <dgm:spPr/>
    </dgm:pt>
    <dgm:pt modelId="{E36C1A4A-7B4C-4432-B13A-CE31032F0033}" type="pres">
      <dgm:prSet presAssocID="{DAE6A5E7-E4F1-45C1-A98F-D24648092FE7}" presName="txSpace" presStyleCnt="0"/>
      <dgm:spPr/>
    </dgm:pt>
    <dgm:pt modelId="{5E3527E3-5971-4A1C-A71C-565759C730EF}" type="pres">
      <dgm:prSet presAssocID="{DAE6A5E7-E4F1-45C1-A98F-D24648092FE7}" presName="desTx" presStyleLbl="revTx" presStyleIdx="1" presStyleCnt="4">
        <dgm:presLayoutVars/>
      </dgm:prSet>
      <dgm:spPr/>
    </dgm:pt>
    <dgm:pt modelId="{A1793733-4F82-4A8C-985E-269C1C31D365}" type="pres">
      <dgm:prSet presAssocID="{BAAD89FB-D3FC-4FAD-B7DB-F378A986C96F}" presName="sibTrans" presStyleCnt="0"/>
      <dgm:spPr/>
    </dgm:pt>
    <dgm:pt modelId="{F29D5F0E-57D0-41C5-9C2E-8DB718DA6710}" type="pres">
      <dgm:prSet presAssocID="{AEE91A2F-8C83-489F-BBA4-2A00CE660A06}" presName="compNode" presStyleCnt="0"/>
      <dgm:spPr/>
    </dgm:pt>
    <dgm:pt modelId="{5D35FF05-C1D7-41D8-BB56-38C02D28D422}" type="pres">
      <dgm:prSet presAssocID="{AEE91A2F-8C83-489F-BBA4-2A00CE660A0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BC7572A-8455-4B4B-8871-9F1E698D9C93}" type="pres">
      <dgm:prSet presAssocID="{AEE91A2F-8C83-489F-BBA4-2A00CE660A06}" presName="iconSpace" presStyleCnt="0"/>
      <dgm:spPr/>
    </dgm:pt>
    <dgm:pt modelId="{5E44AE55-401E-4F34-918E-6AC398841DFB}" type="pres">
      <dgm:prSet presAssocID="{AEE91A2F-8C83-489F-BBA4-2A00CE660A06}" presName="parTx" presStyleLbl="revTx" presStyleIdx="2" presStyleCnt="4">
        <dgm:presLayoutVars>
          <dgm:chMax val="0"/>
          <dgm:chPref val="0"/>
        </dgm:presLayoutVars>
      </dgm:prSet>
      <dgm:spPr/>
    </dgm:pt>
    <dgm:pt modelId="{4EB8FE2D-9791-4FF4-8753-585D7CECE5C4}" type="pres">
      <dgm:prSet presAssocID="{AEE91A2F-8C83-489F-BBA4-2A00CE660A06}" presName="txSpace" presStyleCnt="0"/>
      <dgm:spPr/>
    </dgm:pt>
    <dgm:pt modelId="{10F29C63-8A8B-465E-9379-2F4454C250B1}" type="pres">
      <dgm:prSet presAssocID="{AEE91A2F-8C83-489F-BBA4-2A00CE660A06}" presName="desTx" presStyleLbl="revTx" presStyleIdx="3" presStyleCnt="4">
        <dgm:presLayoutVars/>
      </dgm:prSet>
      <dgm:spPr/>
    </dgm:pt>
  </dgm:ptLst>
  <dgm:cxnLst>
    <dgm:cxn modelId="{1CA4A201-D739-4406-8CF9-259ED078E027}" type="presOf" srcId="{AEE91A2F-8C83-489F-BBA4-2A00CE660A06}" destId="{5E44AE55-401E-4F34-918E-6AC398841DFB}" srcOrd="0" destOrd="0" presId="urn:microsoft.com/office/officeart/2018/2/layout/IconLabelDescriptionList"/>
    <dgm:cxn modelId="{C1A5A61B-0DB6-4916-BECC-9DB74AE18D84}" srcId="{8EE79FB0-B28B-47B5-8643-96B9EABE3003}" destId="{AEE91A2F-8C83-489F-BBA4-2A00CE660A06}" srcOrd="1" destOrd="0" parTransId="{319DFC26-E3A6-43AC-BA40-9C7FB5C48012}" sibTransId="{402D7C56-44A6-40B0-8CAA-044CC54BF9F5}"/>
    <dgm:cxn modelId="{E7EDAB66-43CD-437F-8AD6-C316433C32C6}" srcId="{AEE91A2F-8C83-489F-BBA4-2A00CE660A06}" destId="{CAE2426A-0E15-4F3B-B253-30CB149678FC}" srcOrd="0" destOrd="0" parTransId="{F00D3D19-951B-4796-BFDD-C1691540FE2D}" sibTransId="{D56699C3-B94A-49B0-AC11-309EB2E24B5D}"/>
    <dgm:cxn modelId="{2B229873-F9A7-40A2-AA8A-2ADE6199973E}" type="presOf" srcId="{CAE2426A-0E15-4F3B-B253-30CB149678FC}" destId="{10F29C63-8A8B-465E-9379-2F4454C250B1}" srcOrd="0" destOrd="0" presId="urn:microsoft.com/office/officeart/2018/2/layout/IconLabelDescriptionList"/>
    <dgm:cxn modelId="{85AB8E8F-CAC9-44BC-B0D2-D33904FC5C74}" type="presOf" srcId="{4ECB8972-1B45-4267-B931-C5517679A832}" destId="{5E3527E3-5971-4A1C-A71C-565759C730EF}" srcOrd="0" destOrd="0" presId="urn:microsoft.com/office/officeart/2018/2/layout/IconLabelDescriptionList"/>
    <dgm:cxn modelId="{9265A191-14B5-4288-B366-FCEF50478631}" srcId="{8EE79FB0-B28B-47B5-8643-96B9EABE3003}" destId="{DAE6A5E7-E4F1-45C1-A98F-D24648092FE7}" srcOrd="0" destOrd="0" parTransId="{77A6E56C-9D9E-44BD-9ADB-B597E8E70EE7}" sibTransId="{BAAD89FB-D3FC-4FAD-B7DB-F378A986C96F}"/>
    <dgm:cxn modelId="{5C804FC8-7CAE-4B94-A84C-01A609A34D1D}" type="presOf" srcId="{DAE6A5E7-E4F1-45C1-A98F-D24648092FE7}" destId="{9F68DACA-9A78-4AE6-BB51-71FF320936D2}" srcOrd="0" destOrd="0" presId="urn:microsoft.com/office/officeart/2018/2/layout/IconLabelDescriptionList"/>
    <dgm:cxn modelId="{21443CD8-7BF8-439A-8831-5C2C607D1657}" srcId="{DAE6A5E7-E4F1-45C1-A98F-D24648092FE7}" destId="{4ECB8972-1B45-4267-B931-C5517679A832}" srcOrd="0" destOrd="0" parTransId="{1FB04A03-137C-4194-84DE-7204BD9B1FE0}" sibTransId="{6A62BBF8-0977-4500-91A0-4615F006650C}"/>
    <dgm:cxn modelId="{E262F0E5-6293-44C7-BFA7-3CF3FE0BA747}" type="presOf" srcId="{8EE79FB0-B28B-47B5-8643-96B9EABE3003}" destId="{A2D89B79-4690-4F92-9E11-7DF5A26C39CA}" srcOrd="0" destOrd="0" presId="urn:microsoft.com/office/officeart/2018/2/layout/IconLabelDescriptionList"/>
    <dgm:cxn modelId="{34D465CA-C7EC-4779-A3B1-0842D8DCF13D}" type="presParOf" srcId="{A2D89B79-4690-4F92-9E11-7DF5A26C39CA}" destId="{A9CFC62F-6741-4D4F-9ACD-D4544CE25F28}" srcOrd="0" destOrd="0" presId="urn:microsoft.com/office/officeart/2018/2/layout/IconLabelDescriptionList"/>
    <dgm:cxn modelId="{58286F06-CE38-4400-A76A-F31F6E38303B}" type="presParOf" srcId="{A9CFC62F-6741-4D4F-9ACD-D4544CE25F28}" destId="{26EA8C1E-DF1F-482E-ACE3-78999DEC9941}" srcOrd="0" destOrd="0" presId="urn:microsoft.com/office/officeart/2018/2/layout/IconLabelDescriptionList"/>
    <dgm:cxn modelId="{C528F2C9-6523-4930-ABF4-3D80EA53723F}" type="presParOf" srcId="{A9CFC62F-6741-4D4F-9ACD-D4544CE25F28}" destId="{2B9AF57F-B080-441B-9952-7DF6A41D6526}" srcOrd="1" destOrd="0" presId="urn:microsoft.com/office/officeart/2018/2/layout/IconLabelDescriptionList"/>
    <dgm:cxn modelId="{E7D34E18-B550-43A6-A46F-BF26E239CD29}" type="presParOf" srcId="{A9CFC62F-6741-4D4F-9ACD-D4544CE25F28}" destId="{9F68DACA-9A78-4AE6-BB51-71FF320936D2}" srcOrd="2" destOrd="0" presId="urn:microsoft.com/office/officeart/2018/2/layout/IconLabelDescriptionList"/>
    <dgm:cxn modelId="{AF15CDEC-033A-4A50-AAB0-1B7EAE342BFE}" type="presParOf" srcId="{A9CFC62F-6741-4D4F-9ACD-D4544CE25F28}" destId="{E36C1A4A-7B4C-4432-B13A-CE31032F0033}" srcOrd="3" destOrd="0" presId="urn:microsoft.com/office/officeart/2018/2/layout/IconLabelDescriptionList"/>
    <dgm:cxn modelId="{631D8EAA-9C98-4806-83B8-F05E011C9E10}" type="presParOf" srcId="{A9CFC62F-6741-4D4F-9ACD-D4544CE25F28}" destId="{5E3527E3-5971-4A1C-A71C-565759C730EF}" srcOrd="4" destOrd="0" presId="urn:microsoft.com/office/officeart/2018/2/layout/IconLabelDescriptionList"/>
    <dgm:cxn modelId="{46DD1551-AF32-4648-ACE1-0B571A5E03AA}" type="presParOf" srcId="{A2D89B79-4690-4F92-9E11-7DF5A26C39CA}" destId="{A1793733-4F82-4A8C-985E-269C1C31D365}" srcOrd="1" destOrd="0" presId="urn:microsoft.com/office/officeart/2018/2/layout/IconLabelDescriptionList"/>
    <dgm:cxn modelId="{883A1C8A-B647-43CE-ABD2-EF8601DF3B68}" type="presParOf" srcId="{A2D89B79-4690-4F92-9E11-7DF5A26C39CA}" destId="{F29D5F0E-57D0-41C5-9C2E-8DB718DA6710}" srcOrd="2" destOrd="0" presId="urn:microsoft.com/office/officeart/2018/2/layout/IconLabelDescriptionList"/>
    <dgm:cxn modelId="{A252066F-9E31-4159-8C5C-D27636FF5FDB}" type="presParOf" srcId="{F29D5F0E-57D0-41C5-9C2E-8DB718DA6710}" destId="{5D35FF05-C1D7-41D8-BB56-38C02D28D422}" srcOrd="0" destOrd="0" presId="urn:microsoft.com/office/officeart/2018/2/layout/IconLabelDescriptionList"/>
    <dgm:cxn modelId="{C51FC850-BF0A-4BAC-90B8-95BFE5829503}" type="presParOf" srcId="{F29D5F0E-57D0-41C5-9C2E-8DB718DA6710}" destId="{CBC7572A-8455-4B4B-8871-9F1E698D9C93}" srcOrd="1" destOrd="0" presId="urn:microsoft.com/office/officeart/2018/2/layout/IconLabelDescriptionList"/>
    <dgm:cxn modelId="{C1B38C6E-0AA1-40EF-B448-BB4B19E9B987}" type="presParOf" srcId="{F29D5F0E-57D0-41C5-9C2E-8DB718DA6710}" destId="{5E44AE55-401E-4F34-918E-6AC398841DFB}" srcOrd="2" destOrd="0" presId="urn:microsoft.com/office/officeart/2018/2/layout/IconLabelDescriptionList"/>
    <dgm:cxn modelId="{D972E150-C0DD-4F0F-AA5A-E164E20E488B}" type="presParOf" srcId="{F29D5F0E-57D0-41C5-9C2E-8DB718DA6710}" destId="{4EB8FE2D-9791-4FF4-8753-585D7CECE5C4}" srcOrd="3" destOrd="0" presId="urn:microsoft.com/office/officeart/2018/2/layout/IconLabelDescriptionList"/>
    <dgm:cxn modelId="{7CC7DD36-25E3-452D-A2E8-659E75916CF5}" type="presParOf" srcId="{F29D5F0E-57D0-41C5-9C2E-8DB718DA6710}" destId="{10F29C63-8A8B-465E-9379-2F4454C250B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A8C1E-DF1F-482E-ACE3-78999DEC9941}">
      <dsp:nvSpPr>
        <dsp:cNvPr id="0" name=""/>
        <dsp:cNvSpPr/>
      </dsp:nvSpPr>
      <dsp:spPr>
        <a:xfrm>
          <a:off x="478837" y="39090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8DACA-9A78-4AE6-BB51-71FF320936D2}">
      <dsp:nvSpPr>
        <dsp:cNvPr id="0" name=""/>
        <dsp:cNvSpPr/>
      </dsp:nvSpPr>
      <dsp:spPr>
        <a:xfrm>
          <a:off x="478837" y="203692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What We Do</a:t>
          </a:r>
        </a:p>
      </dsp:txBody>
      <dsp:txXfrm>
        <a:off x="478837" y="2036921"/>
        <a:ext cx="4320000" cy="648000"/>
      </dsp:txXfrm>
    </dsp:sp>
    <dsp:sp modelId="{5E3527E3-5971-4A1C-A71C-565759C730EF}">
      <dsp:nvSpPr>
        <dsp:cNvPr id="0" name=""/>
        <dsp:cNvSpPr/>
      </dsp:nvSpPr>
      <dsp:spPr>
        <a:xfrm>
          <a:off x="478837" y="2747252"/>
          <a:ext cx="4320000" cy="760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Turn unused cars into passive income</a:t>
          </a:r>
        </a:p>
      </dsp:txBody>
      <dsp:txXfrm>
        <a:off x="478837" y="2747252"/>
        <a:ext cx="4320000" cy="760207"/>
      </dsp:txXfrm>
    </dsp:sp>
    <dsp:sp modelId="{5D35FF05-C1D7-41D8-BB56-38C02D28D422}">
      <dsp:nvSpPr>
        <dsp:cNvPr id="0" name=""/>
        <dsp:cNvSpPr/>
      </dsp:nvSpPr>
      <dsp:spPr>
        <a:xfrm>
          <a:off x="5554837" y="39090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4AE55-401E-4F34-918E-6AC398841DFB}">
      <dsp:nvSpPr>
        <dsp:cNvPr id="0" name=""/>
        <dsp:cNvSpPr/>
      </dsp:nvSpPr>
      <dsp:spPr>
        <a:xfrm>
          <a:off x="5554837" y="203692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How We Do It</a:t>
          </a:r>
        </a:p>
      </dsp:txBody>
      <dsp:txXfrm>
        <a:off x="5554837" y="2036921"/>
        <a:ext cx="4320000" cy="648000"/>
      </dsp:txXfrm>
    </dsp:sp>
    <dsp:sp modelId="{10F29C63-8A8B-465E-9379-2F4454C250B1}">
      <dsp:nvSpPr>
        <dsp:cNvPr id="0" name=""/>
        <dsp:cNvSpPr/>
      </dsp:nvSpPr>
      <dsp:spPr>
        <a:xfrm>
          <a:off x="5554837" y="2747252"/>
          <a:ext cx="4320000" cy="760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 connect car owners and renters through a trusted peer-to-peer marketplace, making transportation affordable and flexible</a:t>
          </a:r>
        </a:p>
      </dsp:txBody>
      <dsp:txXfrm>
        <a:off x="5554837" y="2747252"/>
        <a:ext cx="4320000" cy="7602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F601E-E120-4C66-B079-7755496C545A}" type="datetimeFigureOut">
              <a:rPr lang="en-IE" smtClean="0"/>
              <a:t>15/02/2026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0270F-CF33-431E-BBC5-EB8EC0B42D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465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0270F-CF33-431E-BBC5-EB8EC0B42DAA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533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67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8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27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4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4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9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3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5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3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320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99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92859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439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7697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456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45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7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31BA835-12AC-4E8F-955A-EA3F4DE2791F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32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3CF2-9A6E-C4C6-A885-C9930D955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2433417"/>
          </a:xfrm>
        </p:spPr>
        <p:txBody>
          <a:bodyPr>
            <a:normAutofit fontScale="90000"/>
          </a:bodyPr>
          <a:lstStyle/>
          <a:p>
            <a:r>
              <a:rPr lang="ga-IE" dirty="0"/>
              <a:t>Car </a:t>
            </a:r>
            <a:br>
              <a:rPr lang="ga-IE" dirty="0"/>
            </a:br>
            <a:r>
              <a:rPr lang="ga-IE" dirty="0"/>
              <a:t>RENTAL</a:t>
            </a:r>
            <a:br>
              <a:rPr lang="ga-IE" dirty="0"/>
            </a:br>
            <a:r>
              <a:rPr lang="ga-IE" dirty="0"/>
              <a:t>APPLICATION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37673-BB42-72D5-75CE-99875326D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3429001"/>
            <a:ext cx="5322013" cy="2362200"/>
          </a:xfrm>
        </p:spPr>
        <p:txBody>
          <a:bodyPr>
            <a:normAutofit fontScale="92500" lnSpcReduction="10000"/>
          </a:bodyPr>
          <a:lstStyle/>
          <a:p>
            <a:r>
              <a:rPr lang="ga-IE" dirty="0"/>
              <a:t>	</a:t>
            </a:r>
            <a:r>
              <a:rPr lang="ga-IE" sz="7200" dirty="0"/>
              <a:t>   </a:t>
            </a:r>
            <a:r>
              <a:rPr lang="ga-IE" sz="5800" dirty="0"/>
              <a:t>JCK</a:t>
            </a:r>
          </a:p>
          <a:p>
            <a:r>
              <a:rPr lang="ga-IE" dirty="0"/>
              <a:t>	  CALLUM STEWART</a:t>
            </a:r>
          </a:p>
          <a:p>
            <a:r>
              <a:rPr lang="ga-IE" dirty="0"/>
              <a:t>	     ROAN BRADLEY</a:t>
            </a:r>
          </a:p>
          <a:p>
            <a:r>
              <a:rPr lang="ga-IE" dirty="0"/>
              <a:t>	      MAKS BREZA</a:t>
            </a:r>
            <a:endParaRPr lang="en-IE" dirty="0"/>
          </a:p>
        </p:txBody>
      </p:sp>
      <p:pic>
        <p:nvPicPr>
          <p:cNvPr id="4" name="Picture 3" descr="Neon laser lights aligned to form a triangle">
            <a:extLst>
              <a:ext uri="{FF2B5EF4-FFF2-40B4-BE49-F238E27FC236}">
                <a16:creationId xmlns:a16="http://schemas.microsoft.com/office/drawing/2014/main" id="{F0D18F68-1DD2-6134-988C-BDE8884217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83" r="27972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24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D454-841B-2F79-2DD1-9EC1D447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552" y="871758"/>
            <a:ext cx="5843736" cy="20451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WHY ARE WE HERE?</a:t>
            </a:r>
          </a:p>
        </p:txBody>
      </p:sp>
      <p:pic>
        <p:nvPicPr>
          <p:cNvPr id="21" name="Picture 20" descr="A grey room full of question marks with an opening going out">
            <a:extLst>
              <a:ext uri="{FF2B5EF4-FFF2-40B4-BE49-F238E27FC236}">
                <a16:creationId xmlns:a16="http://schemas.microsoft.com/office/drawing/2014/main" id="{7A0AE6F0-E16A-E7A3-339B-015A337A19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09" r="24724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E6D3D5-E38A-3EF8-9061-03FB01FF5332}"/>
              </a:ext>
            </a:extLst>
          </p:cNvPr>
          <p:cNvSpPr txBox="1"/>
          <p:nvPr/>
        </p:nvSpPr>
        <p:spPr>
          <a:xfrm>
            <a:off x="5595407" y="2276856"/>
            <a:ext cx="659659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Problem</a:t>
            </a:r>
          </a:p>
          <a:p>
            <a:r>
              <a:rPr lang="en-US" dirty="0"/>
              <a:t>Cars sit unused while renters overpay.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Opportunity</a:t>
            </a:r>
          </a:p>
          <a:p>
            <a:r>
              <a:rPr lang="en-US" dirty="0"/>
              <a:t>We connect owners and drivers through a trusted marketplace.</a:t>
            </a:r>
          </a:p>
        </p:txBody>
      </p:sp>
    </p:spTree>
    <p:extLst>
      <p:ext uri="{BB962C8B-B14F-4D97-AF65-F5344CB8AC3E}">
        <p14:creationId xmlns:p14="http://schemas.microsoft.com/office/powerpoint/2010/main" val="560041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88E9-D4C5-59A2-2C10-3AD3F37C8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Elevator Pitch</a:t>
            </a:r>
            <a:endParaRPr lang="en-I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6622512-D7E6-3547-37A2-86A7EEF96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843500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6565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8CA0B-7209-A1DA-4834-BA814115B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2640" y="784402"/>
            <a:ext cx="2224141" cy="970450"/>
          </a:xfrm>
        </p:spPr>
        <p:txBody>
          <a:bodyPr/>
          <a:lstStyle/>
          <a:p>
            <a:r>
              <a:rPr lang="en-US" dirty="0"/>
              <a:t>JCK</a:t>
            </a:r>
            <a:endParaRPr lang="en-I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A7ED90-695F-D8D6-8553-FDEDD59A3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555" y="1465808"/>
            <a:ext cx="4059237" cy="40592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CEF716-5A14-BE2D-6A2C-EA44AC741EE6}"/>
              </a:ext>
            </a:extLst>
          </p:cNvPr>
          <p:cNvSpPr txBox="1"/>
          <p:nvPr/>
        </p:nvSpPr>
        <p:spPr>
          <a:xfrm>
            <a:off x="7816362" y="5263435"/>
            <a:ext cx="540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Rent Smart Earn Easier</a:t>
            </a:r>
            <a:endParaRPr lang="en-IE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1FF348-CCD1-2F50-C3F2-536E4020D703}"/>
              </a:ext>
            </a:extLst>
          </p:cNvPr>
          <p:cNvSpPr txBox="1"/>
          <p:nvPr/>
        </p:nvSpPr>
        <p:spPr>
          <a:xfrm>
            <a:off x="521208" y="2436051"/>
            <a:ext cx="6400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Turn Idle Cars into Easy Income</a:t>
            </a:r>
          </a:p>
          <a:p>
            <a:endParaRPr lang="en-I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Save Money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Have a trusted 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Enjoy Easy booking</a:t>
            </a:r>
          </a:p>
        </p:txBody>
      </p:sp>
    </p:spTree>
    <p:extLst>
      <p:ext uri="{BB962C8B-B14F-4D97-AF65-F5344CB8AC3E}">
        <p14:creationId xmlns:p14="http://schemas.microsoft.com/office/powerpoint/2010/main" val="369699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640FF-EC5D-EDA6-3453-C5297EBE4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NOT List</a:t>
            </a:r>
            <a:endParaRPr lang="en-IE" sz="36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7275772E-D085-E6B7-1CB7-C6B3D1BFCB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5398" y="1115568"/>
            <a:ext cx="6245352" cy="4626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IE" dirty="0"/>
              <a:t>What We Are Not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endParaRPr kumimoji="0" lang="en-IE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traditional car rental company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car buying/selling platform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endParaRPr lang="en-US" altLang="en-US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Taxi service</a:t>
            </a:r>
          </a:p>
        </p:txBody>
      </p:sp>
    </p:spTree>
    <p:extLst>
      <p:ext uri="{BB962C8B-B14F-4D97-AF65-F5344CB8AC3E}">
        <p14:creationId xmlns:p14="http://schemas.microsoft.com/office/powerpoint/2010/main" val="1343706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9EC4-C4AC-E118-17CC-90F3AA1A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250" y="188495"/>
            <a:ext cx="9891464" cy="152189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800" b="1">
                <a:solidFill>
                  <a:schemeClr val="tx1"/>
                </a:solidFill>
                <a:latin typeface="ADLaM Display"/>
                <a:ea typeface="ADLaM Display"/>
                <a:cs typeface="ADLaM Display"/>
              </a:rPr>
              <a:t>MEET THE NEIGHBOURS</a:t>
            </a:r>
            <a:br>
              <a:rPr lang="en-US" sz="4800" b="1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</a:br>
            <a:endParaRPr lang="en-US" sz="4800" b="1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618122B8-914D-1FCD-9CBE-ECB7CB479F00}"/>
              </a:ext>
            </a:extLst>
          </p:cNvPr>
          <p:cNvSpPr/>
          <p:nvPr/>
        </p:nvSpPr>
        <p:spPr>
          <a:xfrm>
            <a:off x="551447" y="4100762"/>
            <a:ext cx="2496552" cy="2015289"/>
          </a:xfrm>
          <a:prstGeom prst="wedgeRectCallou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STRIPE</a:t>
            </a:r>
          </a:p>
          <a:p>
            <a:pPr algn="ctr"/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</a:rPr>
              <a:t>•</a:t>
            </a:r>
            <a:r>
              <a:rPr lang="en-US" sz="1400">
                <a:solidFill>
                  <a:schemeClr val="bg1"/>
                </a:solidFill>
              </a:rPr>
              <a:t>make transactions seamless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•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They reduce fraud risk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627EE-B846-AD5C-D33B-9D567CDF6BE9}"/>
              </a:ext>
            </a:extLst>
          </p:cNvPr>
          <p:cNvSpPr txBox="1"/>
          <p:nvPr/>
        </p:nvSpPr>
        <p:spPr>
          <a:xfrm>
            <a:off x="1213183" y="2015289"/>
            <a:ext cx="18348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Enablers 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FB313095-6997-FCE1-BBEB-8CBC8EBC62E2}"/>
              </a:ext>
            </a:extLst>
          </p:cNvPr>
          <p:cNvSpPr/>
          <p:nvPr/>
        </p:nvSpPr>
        <p:spPr>
          <a:xfrm>
            <a:off x="3338762" y="4100763"/>
            <a:ext cx="2566736" cy="2015289"/>
          </a:xfrm>
          <a:prstGeom prst="wedgeRectCallou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APPLE APPSTORE</a:t>
            </a:r>
          </a:p>
          <a:p>
            <a:pPr algn="ctr"/>
            <a:endParaRPr lang="en-US" sz="2000">
              <a:solidFill>
                <a:schemeClr val="bg1"/>
              </a:solidFill>
            </a:endParaRPr>
          </a:p>
          <a:p>
            <a:pPr marL="285750" indent="-285750" algn="ctr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App approval policies</a:t>
            </a:r>
            <a:endParaRPr lang="en-US" sz="1600">
              <a:solidFill>
                <a:schemeClr val="bg1"/>
              </a:solidFill>
            </a:endParaRPr>
          </a:p>
          <a:p>
            <a:pPr marL="285750" indent="-285750" algn="ctr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Revenue share (30% in some cases)</a:t>
            </a:r>
            <a:endParaRPr lang="en-US" sz="1600">
              <a:solidFill>
                <a:schemeClr val="bg1"/>
              </a:solidFill>
            </a:endParaRPr>
          </a:p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E4C46A1E-5B0B-058B-F2EB-8B9F30C52FFB}"/>
              </a:ext>
            </a:extLst>
          </p:cNvPr>
          <p:cNvSpPr/>
          <p:nvPr/>
        </p:nvSpPr>
        <p:spPr>
          <a:xfrm>
            <a:off x="6326605" y="4100762"/>
            <a:ext cx="2566736" cy="2015289"/>
          </a:xfrm>
          <a:prstGeom prst="wedgeRectCallou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b="1">
                <a:solidFill>
                  <a:schemeClr val="bg1"/>
                </a:solidFill>
              </a:rPr>
              <a:t>(GDPR)</a:t>
            </a:r>
          </a:p>
          <a:p>
            <a:pPr algn="ctr"/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Strict data storage rules</a:t>
            </a:r>
            <a:endParaRPr lang="en-US" sz="1600">
              <a:solidFill>
                <a:schemeClr val="bg1"/>
              </a:solidFill>
            </a:endParaRPr>
          </a:p>
          <a:p>
            <a:pPr marL="285750" indent="-285750" algn="ctr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User consent </a:t>
            </a:r>
            <a:r>
              <a:rPr lang="en-US" sz="1600" err="1">
                <a:solidFill>
                  <a:schemeClr val="bg1"/>
                </a:solidFill>
                <a:ea typeface="+mn-lt"/>
                <a:cs typeface="+mn-lt"/>
              </a:rPr>
              <a:t>requiremts</a:t>
            </a:r>
            <a:endParaRPr lang="en-US" sz="1600" err="1">
              <a:solidFill>
                <a:schemeClr val="bg1"/>
              </a:solidFill>
            </a:endParaRPr>
          </a:p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FFA1768-C5BD-B21E-804F-B7271EF4C74C}"/>
              </a:ext>
            </a:extLst>
          </p:cNvPr>
          <p:cNvSpPr/>
          <p:nvPr/>
        </p:nvSpPr>
        <p:spPr>
          <a:xfrm>
            <a:off x="9023684" y="4100763"/>
            <a:ext cx="2566736" cy="2015289"/>
          </a:xfrm>
          <a:prstGeom prst="wedgeRectCallou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INSTAGRAM</a:t>
            </a:r>
          </a:p>
          <a:p>
            <a:pPr algn="ctr"/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 algn="ctr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User-generated content drives awareness</a:t>
            </a:r>
            <a:endParaRPr lang="en-US" sz="1600">
              <a:solidFill>
                <a:schemeClr val="bg1"/>
              </a:solidFill>
            </a:endParaRPr>
          </a:p>
          <a:p>
            <a:pPr marL="285750" indent="-285750" algn="ctr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Influencer marketing</a:t>
            </a:r>
            <a:endParaRPr lang="en-US" sz="1600">
              <a:solidFill>
                <a:schemeClr val="bg1"/>
              </a:solidFill>
            </a:endParaRPr>
          </a:p>
          <a:p>
            <a:pPr marL="285750" indent="-285750" algn="ctr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Viral growth potential</a:t>
            </a:r>
            <a:endParaRPr lang="en-US" sz="1600">
              <a:solidFill>
                <a:schemeClr val="bg1"/>
              </a:solidFill>
            </a:endParaRPr>
          </a:p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9" name="Graphic 8" descr="Man in business attire">
            <a:extLst>
              <a:ext uri="{FF2B5EF4-FFF2-40B4-BE49-F238E27FC236}">
                <a16:creationId xmlns:a16="http://schemas.microsoft.com/office/drawing/2014/main" id="{35564253-30E7-23F7-9AD5-72FE58D93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4564" y="2537913"/>
            <a:ext cx="1304925" cy="1762125"/>
          </a:xfrm>
          <a:prstGeom prst="rect">
            <a:avLst/>
          </a:prstGeom>
        </p:spPr>
      </p:pic>
      <p:pic>
        <p:nvPicPr>
          <p:cNvPr id="10" name="Graphic 9" descr="Man with facial hair">
            <a:extLst>
              <a:ext uri="{FF2B5EF4-FFF2-40B4-BE49-F238E27FC236}">
                <a16:creationId xmlns:a16="http://schemas.microsoft.com/office/drawing/2014/main" id="{477097F4-8695-5BD4-5138-8497BC5C72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833" y="2540921"/>
            <a:ext cx="1314450" cy="1781175"/>
          </a:xfrm>
          <a:prstGeom prst="rect">
            <a:avLst/>
          </a:prstGeom>
        </p:spPr>
      </p:pic>
      <p:pic>
        <p:nvPicPr>
          <p:cNvPr id="11" name="Graphic 10" descr="Man in hoodie holding controller">
            <a:extLst>
              <a:ext uri="{FF2B5EF4-FFF2-40B4-BE49-F238E27FC236}">
                <a16:creationId xmlns:a16="http://schemas.microsoft.com/office/drawing/2014/main" id="{31310DA5-A45B-DA36-DF8B-E8ED5690F0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8732" y="2500565"/>
            <a:ext cx="1276350" cy="1866900"/>
          </a:xfrm>
          <a:prstGeom prst="rect">
            <a:avLst/>
          </a:prstGeom>
        </p:spPr>
      </p:pic>
      <p:pic>
        <p:nvPicPr>
          <p:cNvPr id="6" name="Content Placeholder 5" descr="Man wearing a jacket">
            <a:extLst>
              <a:ext uri="{FF2B5EF4-FFF2-40B4-BE49-F238E27FC236}">
                <a16:creationId xmlns:a16="http://schemas.microsoft.com/office/drawing/2014/main" id="{158D205B-8D6C-3821-CB2D-57004636C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7335" y="2655806"/>
            <a:ext cx="1124452" cy="162576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2320A7-0C16-12E7-AD9D-F7E66F2567E4}"/>
              </a:ext>
            </a:extLst>
          </p:cNvPr>
          <p:cNvSpPr txBox="1"/>
          <p:nvPr/>
        </p:nvSpPr>
        <p:spPr>
          <a:xfrm>
            <a:off x="3900237" y="2015290"/>
            <a:ext cx="16242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Dependencies</a:t>
            </a:r>
          </a:p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E38706-EEF7-0AB1-339E-F4B5F8AFB70E}"/>
              </a:ext>
            </a:extLst>
          </p:cNvPr>
          <p:cNvSpPr txBox="1"/>
          <p:nvPr/>
        </p:nvSpPr>
        <p:spPr>
          <a:xfrm>
            <a:off x="6797842" y="2015289"/>
            <a:ext cx="20955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Constraints</a:t>
            </a:r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CB1990-4BC4-BE90-7045-942875F9EEBB}"/>
              </a:ext>
            </a:extLst>
          </p:cNvPr>
          <p:cNvSpPr txBox="1"/>
          <p:nvPr/>
        </p:nvSpPr>
        <p:spPr>
          <a:xfrm>
            <a:off x="9575132" y="2015289"/>
            <a:ext cx="1905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Amplifiers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97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2BD9A-C63C-93F2-0287-A6568BEB5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27" y="88231"/>
            <a:ext cx="10353762" cy="970450"/>
          </a:xfrm>
        </p:spPr>
        <p:txBody>
          <a:bodyPr/>
          <a:lstStyle/>
          <a:p>
            <a:r>
              <a:rPr lang="en-IE" b="1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ADLaM Display"/>
                <a:ea typeface="ADLaM Display"/>
                <a:cs typeface="ADLaM Display"/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DB4C6-6F78-777B-4D93-872522586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532" y="890239"/>
            <a:ext cx="9511552" cy="730015"/>
          </a:xfrm>
        </p:spPr>
        <p:txBody>
          <a:bodyPr/>
          <a:lstStyle/>
          <a:p>
            <a:pPr marL="37465" indent="0">
              <a:buNone/>
            </a:pPr>
            <a:r>
              <a:rPr lang="en-IE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ea typeface="+mn-lt"/>
                <a:cs typeface="+mn-lt"/>
              </a:rPr>
              <a:t>A peer-to-peer car rental marketplace that allows private car owners to list their vehicles and renters to book them instantly through a secure, insured mobile platform</a:t>
            </a:r>
            <a:endParaRPr lang="en-IE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1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2A9A7205-9951-36AC-9E04-2EA29DFDA1E7}"/>
              </a:ext>
            </a:extLst>
          </p:cNvPr>
          <p:cNvSpPr/>
          <p:nvPr/>
        </p:nvSpPr>
        <p:spPr>
          <a:xfrm>
            <a:off x="842210" y="2466474"/>
            <a:ext cx="2997867" cy="3609473"/>
          </a:xfrm>
          <a:prstGeom prst="verticalScrol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</a:rPr>
              <a:t>List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vehicle (photos,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 availability, pricing)</a:t>
            </a: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Set rental rules</a:t>
            </a: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Approve booking</a:t>
            </a: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Getpaid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 automaticall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y</a:t>
            </a:r>
            <a:endParaRPr lang="en-US">
              <a:solidFill>
                <a:schemeClr val="bg1"/>
              </a:solidFill>
            </a:endParaRPr>
          </a:p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croll: Vertical 4">
            <a:extLst>
              <a:ext uri="{FF2B5EF4-FFF2-40B4-BE49-F238E27FC236}">
                <a16:creationId xmlns:a16="http://schemas.microsoft.com/office/drawing/2014/main" id="{6BD69CE2-9A11-0E10-89D4-74CA580610B7}"/>
              </a:ext>
            </a:extLst>
          </p:cNvPr>
          <p:cNvSpPr/>
          <p:nvPr/>
        </p:nvSpPr>
        <p:spPr>
          <a:xfrm>
            <a:off x="8522368" y="2466474"/>
            <a:ext cx="2917657" cy="3609473"/>
          </a:xfrm>
          <a:prstGeom prst="verticalScrol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Search by location/date</a:t>
            </a: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Compare cars &amp; prices</a:t>
            </a: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Book instantly</a:t>
            </a: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Unlock / collect vehicle</a:t>
            </a: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Rate experience</a:t>
            </a:r>
            <a:endParaRPr lang="en-US" sz="1400">
              <a:solidFill>
                <a:schemeClr val="bg1"/>
              </a:solidFill>
            </a:endParaRPr>
          </a:p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0BD05-E6F8-3F2C-33AD-F63BC448786F}"/>
              </a:ext>
            </a:extLst>
          </p:cNvPr>
          <p:cNvSpPr txBox="1"/>
          <p:nvPr/>
        </p:nvSpPr>
        <p:spPr>
          <a:xfrm>
            <a:off x="1193131" y="2095500"/>
            <a:ext cx="15139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For owners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4ABF5-056D-1F27-E096-28DE592909D4}"/>
              </a:ext>
            </a:extLst>
          </p:cNvPr>
          <p:cNvSpPr txBox="1"/>
          <p:nvPr/>
        </p:nvSpPr>
        <p:spPr>
          <a:xfrm>
            <a:off x="9214184" y="2145632"/>
            <a:ext cx="14939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Calisto MT"/>
              </a:rPr>
              <a:t>For Renters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38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C768-9AC5-7680-7B70-AB39A5A9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>
                <a:latin typeface="ADLaM Display"/>
                <a:ea typeface="ADLaM Display"/>
                <a:cs typeface="ADLaM Display"/>
              </a:rPr>
              <a:t>WHAT KEEPS US UP AT NIGHT</a:t>
            </a:r>
            <a:br>
              <a:rPr lang="en-IE">
                <a:latin typeface="ADLaM Display"/>
                <a:ea typeface="ADLaM Display"/>
                <a:cs typeface="ADLaM Display"/>
              </a:rPr>
            </a:br>
            <a:endParaRPr lang="en-IE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6B5DB-BEE3-A8C0-C518-A8D15DC46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9673" y="5964761"/>
            <a:ext cx="181522" cy="212029"/>
          </a:xfrm>
        </p:spPr>
        <p:txBody>
          <a:bodyPr>
            <a:normAutofit fontScale="40000" lnSpcReduction="20000"/>
          </a:bodyPr>
          <a:lstStyle/>
          <a:p>
            <a:pPr indent="-305435"/>
            <a:endParaRPr lang="en-IE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259A76D-66F1-4090-C7F5-9D20BDC3FE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5729717"/>
              </p:ext>
            </p:extLst>
          </p:nvPr>
        </p:nvGraphicFramePr>
        <p:xfrm>
          <a:off x="3038819" y="1713771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8836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EEF5606-7689-8CD1-39C8-77022DCB17C3}"/>
              </a:ext>
            </a:extLst>
          </p:cNvPr>
          <p:cNvSpPr/>
          <p:nvPr/>
        </p:nvSpPr>
        <p:spPr>
          <a:xfrm>
            <a:off x="5390847" y="1663700"/>
            <a:ext cx="4049486" cy="233679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69C5-3200-6466-8048-4F72684F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How big is this project</a:t>
            </a:r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A679E2-80DF-9CB2-522B-D4A80B3BE0DE}"/>
              </a:ext>
            </a:extLst>
          </p:cNvPr>
          <p:cNvSpPr/>
          <p:nvPr/>
        </p:nvSpPr>
        <p:spPr>
          <a:xfrm>
            <a:off x="948122" y="2427988"/>
            <a:ext cx="1705231" cy="849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Planning / User stories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337C06-CDB2-1D93-8F29-EABA1EC24EA0}"/>
              </a:ext>
            </a:extLst>
          </p:cNvPr>
          <p:cNvSpPr/>
          <p:nvPr/>
        </p:nvSpPr>
        <p:spPr>
          <a:xfrm>
            <a:off x="3250371" y="2427988"/>
            <a:ext cx="1705231" cy="849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Design UI / UX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DF912D-751C-00CA-6063-2E3238303239}"/>
              </a:ext>
            </a:extLst>
          </p:cNvPr>
          <p:cNvSpPr/>
          <p:nvPr/>
        </p:nvSpPr>
        <p:spPr>
          <a:xfrm>
            <a:off x="3250371" y="4648989"/>
            <a:ext cx="1705231" cy="849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Testing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B79C80-DC4E-50A8-30A2-8AC612217D96}"/>
              </a:ext>
            </a:extLst>
          </p:cNvPr>
          <p:cNvSpPr/>
          <p:nvPr/>
        </p:nvSpPr>
        <p:spPr>
          <a:xfrm>
            <a:off x="915463" y="4648988"/>
            <a:ext cx="1705231" cy="849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Ship it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20F0E7-1D9D-358D-3887-48FB8F2CC936}"/>
              </a:ext>
            </a:extLst>
          </p:cNvPr>
          <p:cNvCxnSpPr>
            <a:cxnSpLocks/>
          </p:cNvCxnSpPr>
          <p:nvPr/>
        </p:nvCxnSpPr>
        <p:spPr>
          <a:xfrm>
            <a:off x="2735034" y="2854776"/>
            <a:ext cx="435428" cy="462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8A35AE4-3E64-46CD-A235-DB6A0F76D53D}"/>
              </a:ext>
            </a:extLst>
          </p:cNvPr>
          <p:cNvSpPr/>
          <p:nvPr/>
        </p:nvSpPr>
        <p:spPr>
          <a:xfrm>
            <a:off x="5790367" y="2520123"/>
            <a:ext cx="1422203" cy="533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Home page</a:t>
            </a:r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DA8846-2A86-7E4E-842E-08C34AF10428}"/>
              </a:ext>
            </a:extLst>
          </p:cNvPr>
          <p:cNvSpPr/>
          <p:nvPr/>
        </p:nvSpPr>
        <p:spPr>
          <a:xfrm>
            <a:off x="7390567" y="2280637"/>
            <a:ext cx="1541945" cy="544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Listing page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4E8EB7A-C492-9D20-14AA-082B4D2B2CA1}"/>
              </a:ext>
            </a:extLst>
          </p:cNvPr>
          <p:cNvSpPr/>
          <p:nvPr/>
        </p:nvSpPr>
        <p:spPr>
          <a:xfrm>
            <a:off x="5561766" y="3282122"/>
            <a:ext cx="1912059" cy="479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User profile page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47C72C-60AF-DF3A-20C7-3CE2AA1FF66F}"/>
              </a:ext>
            </a:extLst>
          </p:cNvPr>
          <p:cNvSpPr txBox="1"/>
          <p:nvPr/>
        </p:nvSpPr>
        <p:spPr>
          <a:xfrm>
            <a:off x="5759147" y="1869923"/>
            <a:ext cx="34320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Implement frontend </a:t>
            </a:r>
            <a:r>
              <a:rPr lang="en-US"/>
              <a:t>features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38159BB-CB2D-6F25-6325-2A6B6CB70E6D}"/>
              </a:ext>
            </a:extLst>
          </p:cNvPr>
          <p:cNvSpPr/>
          <p:nvPr/>
        </p:nvSpPr>
        <p:spPr>
          <a:xfrm>
            <a:off x="5423504" y="4232728"/>
            <a:ext cx="4049486" cy="233679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33A4874-223C-0CA8-9F8B-82CD66EF030F}"/>
              </a:ext>
            </a:extLst>
          </p:cNvPr>
          <p:cNvSpPr/>
          <p:nvPr/>
        </p:nvSpPr>
        <p:spPr>
          <a:xfrm>
            <a:off x="5550881" y="4947637"/>
            <a:ext cx="1661689" cy="8600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User account </a:t>
            </a:r>
            <a:r>
              <a:rPr lang="en-US"/>
              <a:t>creation / management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C23C3E-D9BE-BADA-6D4E-042762F96351}"/>
              </a:ext>
            </a:extLst>
          </p:cNvPr>
          <p:cNvSpPr txBox="1"/>
          <p:nvPr/>
        </p:nvSpPr>
        <p:spPr>
          <a:xfrm>
            <a:off x="5791804" y="4438951"/>
            <a:ext cx="34320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Implement backend  </a:t>
            </a:r>
            <a:r>
              <a:rPr lang="en-US"/>
              <a:t>features</a:t>
            </a:r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71E74A9-E9E0-F9BD-961D-83090620A121}"/>
              </a:ext>
            </a:extLst>
          </p:cNvPr>
          <p:cNvSpPr/>
          <p:nvPr/>
        </p:nvSpPr>
        <p:spPr>
          <a:xfrm>
            <a:off x="9857999" y="3636617"/>
            <a:ext cx="1705231" cy="849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Testing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5A5D6D9-DB9E-DE99-358C-69BD076F8E10}"/>
              </a:ext>
            </a:extLst>
          </p:cNvPr>
          <p:cNvSpPr/>
          <p:nvPr/>
        </p:nvSpPr>
        <p:spPr>
          <a:xfrm>
            <a:off x="7390567" y="4947637"/>
            <a:ext cx="1988261" cy="707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/>
              <a:t>Reccomendations</a:t>
            </a:r>
            <a:r>
              <a:rPr lang="en-US" dirty="0"/>
              <a:t> / searching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4E89B24-1326-C98F-8A5F-274D0BB0A457}"/>
              </a:ext>
            </a:extLst>
          </p:cNvPr>
          <p:cNvSpPr/>
          <p:nvPr/>
        </p:nvSpPr>
        <p:spPr>
          <a:xfrm>
            <a:off x="5910111" y="5894695"/>
            <a:ext cx="1182717" cy="533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Reviews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ED731B2-EE6C-0E24-F9D1-BA4C45D9CBB1}"/>
              </a:ext>
            </a:extLst>
          </p:cNvPr>
          <p:cNvSpPr/>
          <p:nvPr/>
        </p:nvSpPr>
        <p:spPr>
          <a:xfrm>
            <a:off x="7619165" y="3075294"/>
            <a:ext cx="1705231" cy="5117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Saved listings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63992C-B1DF-1B9B-12A5-48F3852E99EC}"/>
              </a:ext>
            </a:extLst>
          </p:cNvPr>
          <p:cNvCxnSpPr>
            <a:cxnSpLocks/>
          </p:cNvCxnSpPr>
          <p:nvPr/>
        </p:nvCxnSpPr>
        <p:spPr>
          <a:xfrm>
            <a:off x="5010148" y="2854776"/>
            <a:ext cx="359229" cy="3537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3824BA7-C4B0-F02C-3399-F2FD354FB295}"/>
              </a:ext>
            </a:extLst>
          </p:cNvPr>
          <p:cNvCxnSpPr>
            <a:cxnSpLocks/>
          </p:cNvCxnSpPr>
          <p:nvPr/>
        </p:nvCxnSpPr>
        <p:spPr>
          <a:xfrm>
            <a:off x="9582148" y="2811233"/>
            <a:ext cx="1088571" cy="6994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4939B3A-D445-E4CB-C28B-A64B0B6698DB}"/>
              </a:ext>
            </a:extLst>
          </p:cNvPr>
          <p:cNvCxnSpPr>
            <a:cxnSpLocks/>
          </p:cNvCxnSpPr>
          <p:nvPr/>
        </p:nvCxnSpPr>
        <p:spPr>
          <a:xfrm flipH="1">
            <a:off x="9527719" y="4563833"/>
            <a:ext cx="1197429" cy="884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021923E-8917-7B74-9611-1CFF535FCAA1}"/>
              </a:ext>
            </a:extLst>
          </p:cNvPr>
          <p:cNvCxnSpPr>
            <a:cxnSpLocks/>
          </p:cNvCxnSpPr>
          <p:nvPr/>
        </p:nvCxnSpPr>
        <p:spPr>
          <a:xfrm flipH="1">
            <a:off x="4999261" y="5108118"/>
            <a:ext cx="326572" cy="272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7BD3E-9BAF-7C2F-CC15-290B138079F1}"/>
              </a:ext>
            </a:extLst>
          </p:cNvPr>
          <p:cNvCxnSpPr>
            <a:cxnSpLocks/>
          </p:cNvCxnSpPr>
          <p:nvPr/>
        </p:nvCxnSpPr>
        <p:spPr>
          <a:xfrm flipH="1">
            <a:off x="2713261" y="5064575"/>
            <a:ext cx="402772" cy="272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8645A42-3EE4-345A-03FB-994602FC2F32}"/>
              </a:ext>
            </a:extLst>
          </p:cNvPr>
          <p:cNvSpPr/>
          <p:nvPr/>
        </p:nvSpPr>
        <p:spPr>
          <a:xfrm>
            <a:off x="7510311" y="5829381"/>
            <a:ext cx="1716117" cy="598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Main rental feature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636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3A1C-DF83-CD68-0AC0-F0CDC55B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What's going to give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C2CE2-B90D-E370-BC85-0DB7CED74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21406"/>
            <a:ext cx="10353762" cy="1275795"/>
          </a:xfrm>
        </p:spPr>
        <p:txBody>
          <a:bodyPr/>
          <a:lstStyle/>
          <a:p>
            <a:pPr indent="-305435"/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If things don’t go as planned, we can always reduce scope to maintain quality of the features</a:t>
            </a:r>
          </a:p>
          <a:p>
            <a:pPr indent="-305435"/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Most important thing is to deliver a quality app that accomplishes what we set out to do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8E3CC9-C774-9FAC-B3A3-245EFD62828C}"/>
              </a:ext>
            </a:extLst>
          </p:cNvPr>
          <p:cNvSpPr/>
          <p:nvPr/>
        </p:nvSpPr>
        <p:spPr>
          <a:xfrm>
            <a:off x="2133872" y="4389941"/>
            <a:ext cx="1541945" cy="544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Project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D7A5E-71FA-364A-8F09-B54A35D13CB0}"/>
              </a:ext>
            </a:extLst>
          </p:cNvPr>
          <p:cNvSpPr txBox="1"/>
          <p:nvPr/>
        </p:nvSpPr>
        <p:spPr>
          <a:xfrm>
            <a:off x="1882886" y="3559576"/>
            <a:ext cx="34320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What we can compromise 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75183D-EA4B-BFBA-CFD7-F350BA8B86A5}"/>
              </a:ext>
            </a:extLst>
          </p:cNvPr>
          <p:cNvSpPr/>
          <p:nvPr/>
        </p:nvSpPr>
        <p:spPr>
          <a:xfrm>
            <a:off x="6740106" y="4342297"/>
            <a:ext cx="1422203" cy="533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Testing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663F01-5E07-5627-35FA-372F8CB2AB69}"/>
              </a:ext>
            </a:extLst>
          </p:cNvPr>
          <p:cNvSpPr/>
          <p:nvPr/>
        </p:nvSpPr>
        <p:spPr>
          <a:xfrm>
            <a:off x="8682654" y="4224289"/>
            <a:ext cx="1541945" cy="544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User experience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24BF89-1C01-99DC-2C55-730F1F371B2C}"/>
              </a:ext>
            </a:extLst>
          </p:cNvPr>
          <p:cNvSpPr/>
          <p:nvPr/>
        </p:nvSpPr>
        <p:spPr>
          <a:xfrm>
            <a:off x="6599853" y="5292035"/>
            <a:ext cx="1912059" cy="479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App quality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80BFBF-EC71-5926-9790-7470B5994925}"/>
              </a:ext>
            </a:extLst>
          </p:cNvPr>
          <p:cNvSpPr txBox="1"/>
          <p:nvPr/>
        </p:nvSpPr>
        <p:spPr>
          <a:xfrm>
            <a:off x="6940799" y="3537489"/>
            <a:ext cx="34320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What we CAN'T compromise 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D5FF073-5D19-F6A5-0C34-BF9DD8E86B46}"/>
              </a:ext>
            </a:extLst>
          </p:cNvPr>
          <p:cNvSpPr/>
          <p:nvPr/>
        </p:nvSpPr>
        <p:spPr>
          <a:xfrm>
            <a:off x="8815175" y="5207158"/>
            <a:ext cx="1541945" cy="544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Core features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BF6F110-F1B7-860D-F18B-BBAB26CC7514}"/>
              </a:ext>
            </a:extLst>
          </p:cNvPr>
          <p:cNvSpPr/>
          <p:nvPr/>
        </p:nvSpPr>
        <p:spPr>
          <a:xfrm>
            <a:off x="3061523" y="5129853"/>
            <a:ext cx="1784901" cy="754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Nice to have features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241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97D4-31FC-2BD9-01B3-3CA23CE1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What it's going to take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B020B8-CB1F-DADE-9F23-16D89C8DAC74}"/>
              </a:ext>
            </a:extLst>
          </p:cNvPr>
          <p:cNvSpPr/>
          <p:nvPr/>
        </p:nvSpPr>
        <p:spPr>
          <a:xfrm>
            <a:off x="1842644" y="3543379"/>
            <a:ext cx="1705231" cy="849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Planning / User stories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6C4B41-F115-B1B7-7B1C-1196D827F62F}"/>
              </a:ext>
            </a:extLst>
          </p:cNvPr>
          <p:cNvSpPr/>
          <p:nvPr/>
        </p:nvSpPr>
        <p:spPr>
          <a:xfrm>
            <a:off x="4144893" y="3543379"/>
            <a:ext cx="1705231" cy="849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Design UI / UX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F53190-DAED-DC5A-E650-E68C831F7DEA}"/>
              </a:ext>
            </a:extLst>
          </p:cNvPr>
          <p:cNvSpPr/>
          <p:nvPr/>
        </p:nvSpPr>
        <p:spPr>
          <a:xfrm>
            <a:off x="4122806" y="4936120"/>
            <a:ext cx="1705231" cy="849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Testing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BF2FF4-0B42-FEC9-8044-2D626A4D319C}"/>
              </a:ext>
            </a:extLst>
          </p:cNvPr>
          <p:cNvSpPr/>
          <p:nvPr/>
        </p:nvSpPr>
        <p:spPr>
          <a:xfrm>
            <a:off x="1787898" y="4936119"/>
            <a:ext cx="1705231" cy="849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Ship it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47EAC8-E3F7-AF61-03DA-DB9AFB076274}"/>
              </a:ext>
            </a:extLst>
          </p:cNvPr>
          <p:cNvCxnSpPr>
            <a:cxnSpLocks/>
          </p:cNvCxnSpPr>
          <p:nvPr/>
        </p:nvCxnSpPr>
        <p:spPr>
          <a:xfrm>
            <a:off x="3629556" y="3970167"/>
            <a:ext cx="435428" cy="462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39A017-CE04-BD21-FC66-FD724F065F26}"/>
              </a:ext>
            </a:extLst>
          </p:cNvPr>
          <p:cNvSpPr/>
          <p:nvPr/>
        </p:nvSpPr>
        <p:spPr>
          <a:xfrm>
            <a:off x="6596541" y="3580297"/>
            <a:ext cx="2106898" cy="7764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Implement frontend </a:t>
            </a:r>
            <a:r>
              <a:rPr lang="en-US"/>
              <a:t>features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A36F1D0-A0AA-C0F6-26D2-C5D63B1E0523}"/>
              </a:ext>
            </a:extLst>
          </p:cNvPr>
          <p:cNvSpPr/>
          <p:nvPr/>
        </p:nvSpPr>
        <p:spPr>
          <a:xfrm>
            <a:off x="7074881" y="4914507"/>
            <a:ext cx="1661689" cy="8600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Implement backend features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66D50A2-230B-B687-9D71-157B39AA8F9C}"/>
              </a:ext>
            </a:extLst>
          </p:cNvPr>
          <p:cNvSpPr/>
          <p:nvPr/>
        </p:nvSpPr>
        <p:spPr>
          <a:xfrm>
            <a:off x="9140173" y="4177747"/>
            <a:ext cx="1705231" cy="849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Testing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11837F2-473A-7DF1-C7D7-F03C45D23874}"/>
              </a:ext>
            </a:extLst>
          </p:cNvPr>
          <p:cNvCxnSpPr>
            <a:cxnSpLocks/>
          </p:cNvCxnSpPr>
          <p:nvPr/>
        </p:nvCxnSpPr>
        <p:spPr>
          <a:xfrm flipV="1">
            <a:off x="5893627" y="3939287"/>
            <a:ext cx="569054" cy="419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72010C7-6770-FDA2-4303-FED3EABB8136}"/>
              </a:ext>
            </a:extLst>
          </p:cNvPr>
          <p:cNvCxnSpPr>
            <a:cxnSpLocks/>
          </p:cNvCxnSpPr>
          <p:nvPr/>
        </p:nvCxnSpPr>
        <p:spPr>
          <a:xfrm>
            <a:off x="8996843" y="3794103"/>
            <a:ext cx="922919" cy="2907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8082F9F-B3D3-BACE-32E1-5FECB4DDF894}"/>
              </a:ext>
            </a:extLst>
          </p:cNvPr>
          <p:cNvCxnSpPr>
            <a:cxnSpLocks/>
          </p:cNvCxnSpPr>
          <p:nvPr/>
        </p:nvCxnSpPr>
        <p:spPr>
          <a:xfrm flipH="1">
            <a:off x="8920327" y="5237485"/>
            <a:ext cx="1086995" cy="17768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FDA4E5D-224B-8311-2326-DAF44D3C06FE}"/>
              </a:ext>
            </a:extLst>
          </p:cNvPr>
          <p:cNvCxnSpPr>
            <a:cxnSpLocks/>
          </p:cNvCxnSpPr>
          <p:nvPr/>
        </p:nvCxnSpPr>
        <p:spPr>
          <a:xfrm flipH="1" flipV="1">
            <a:off x="5871696" y="5397972"/>
            <a:ext cx="967093" cy="83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47E8D29-ECA9-080E-D7E8-F39008B7110F}"/>
              </a:ext>
            </a:extLst>
          </p:cNvPr>
          <p:cNvCxnSpPr>
            <a:cxnSpLocks/>
          </p:cNvCxnSpPr>
          <p:nvPr/>
        </p:nvCxnSpPr>
        <p:spPr>
          <a:xfrm flipH="1">
            <a:off x="3585696" y="5351706"/>
            <a:ext cx="402772" cy="272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402D555-9203-7269-286B-E0A1C0AAD5DA}"/>
              </a:ext>
            </a:extLst>
          </p:cNvPr>
          <p:cNvSpPr txBox="1"/>
          <p:nvPr/>
        </p:nvSpPr>
        <p:spPr>
          <a:xfrm>
            <a:off x="2803070" y="2068152"/>
            <a:ext cx="806844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/>
              <a:t>3 people              ~10 weeks</a:t>
            </a:r>
          </a:p>
        </p:txBody>
      </p:sp>
    </p:spTree>
    <p:extLst>
      <p:ext uri="{BB962C8B-B14F-4D97-AF65-F5344CB8AC3E}">
        <p14:creationId xmlns:p14="http://schemas.microsoft.com/office/powerpoint/2010/main" val="176315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425F7-2919-47FE-68BE-AC27F16E5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07196"/>
            <a:ext cx="12192000" cy="7846324"/>
          </a:xfrm>
        </p:spPr>
        <p:txBody>
          <a:bodyPr>
            <a:normAutofit/>
          </a:bodyPr>
          <a:lstStyle/>
          <a:p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Q 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9DF61F-9058-49C9-8F75-DC501F983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519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398</TotalTime>
  <Words>272</Words>
  <Application>Microsoft Office PowerPoint</Application>
  <PresentationFormat>Widescreen</PresentationFormat>
  <Paragraphs>80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Slate</vt:lpstr>
      <vt:lpstr>Car  RENTAL APPLICATION</vt:lpstr>
      <vt:lpstr>WHY ARE WE HERE?</vt:lpstr>
      <vt:lpstr>Elevator Pitch</vt:lpstr>
      <vt:lpstr>JCK</vt:lpstr>
      <vt:lpstr>NOT List</vt:lpstr>
      <vt:lpstr>MEET THE NEIGHBOURS </vt:lpstr>
      <vt:lpstr>SOLUTION</vt:lpstr>
      <vt:lpstr>WHAT KEEPS US UP AT NIGHT </vt:lpstr>
      <vt:lpstr>How big is this project</vt:lpstr>
      <vt:lpstr>What's going to give</vt:lpstr>
      <vt:lpstr>What it's going to take</vt:lpstr>
      <vt:lpstr>Q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CALLUM STEWART - STUDENT</dc:creator>
  <cp:lastModifiedBy>CALLUM STEWART - STUDENT</cp:lastModifiedBy>
  <cp:revision>230</cp:revision>
  <dcterms:created xsi:type="dcterms:W3CDTF">2026-02-12T11:20:57Z</dcterms:created>
  <dcterms:modified xsi:type="dcterms:W3CDTF">2026-02-15T20:49:42Z</dcterms:modified>
</cp:coreProperties>
</file>